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18d97ef20843e3" /><Relationship Type="http://schemas.openxmlformats.org/officeDocument/2006/relationships/extended-properties" Target="/docProps/app.xml" Id="R3253acb480104ced" /><Relationship Type="http://schemas.openxmlformats.org/officeDocument/2006/relationships/officeDocument" Target="/ppt/presentation.xml" Id="R367fe9b594e34b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5f0b3269ae45a9"/>
  </p:sldMasterIdLst>
  <p:notesMasterIdLst>
    <p:notesMasterId xmlns:r="http://schemas.openxmlformats.org/officeDocument/2006/relationships" r:id="R92c2ea070e8a44ec"/>
  </p:notesMasterIdLst>
  <p:sldIdLst>
    <p:sldId xmlns:r="http://schemas.openxmlformats.org/officeDocument/2006/relationships" id="256" r:id="Rd3f296bac9074188"/>
    <p:sldId xmlns:r="http://schemas.openxmlformats.org/officeDocument/2006/relationships" id="257" r:id="R9320aaef8d1540ca"/>
    <p:sldId xmlns:r="http://schemas.openxmlformats.org/officeDocument/2006/relationships" id="258" r:id="R8e10a1e1fc8340bc"/>
    <p:sldId xmlns:r="http://schemas.openxmlformats.org/officeDocument/2006/relationships" id="259" r:id="Rd08cd9c2bcf6409a"/>
    <p:sldId xmlns:r="http://schemas.openxmlformats.org/officeDocument/2006/relationships" id="260" r:id="R3964e170d55c463d"/>
    <p:sldId xmlns:r="http://schemas.openxmlformats.org/officeDocument/2006/relationships" id="261" r:id="R61c32dd8538d43c9"/>
    <p:sldId xmlns:r="http://schemas.openxmlformats.org/officeDocument/2006/relationships" id="262" r:id="Re4371ec4ee774393"/>
    <p:sldId xmlns:r="http://schemas.openxmlformats.org/officeDocument/2006/relationships" id="263" r:id="R05e3a48ecb084327"/>
    <p:sldId xmlns:r="http://schemas.openxmlformats.org/officeDocument/2006/relationships" id="264" r:id="R8b64fb99335145e4"/>
    <p:sldId xmlns:r="http://schemas.openxmlformats.org/officeDocument/2006/relationships" id="265" r:id="R43232c53d30448ff"/>
    <p:sldId xmlns:r="http://schemas.openxmlformats.org/officeDocument/2006/relationships" id="266" r:id="Rcac66d81454f4021"/>
    <p:sldId xmlns:r="http://schemas.openxmlformats.org/officeDocument/2006/relationships" id="267" r:id="R7cc85744212248e8"/>
    <p:sldId xmlns:r="http://schemas.openxmlformats.org/officeDocument/2006/relationships" id="268" r:id="Re8b87d3fa9a04a3a"/>
    <p:sldId xmlns:r="http://schemas.openxmlformats.org/officeDocument/2006/relationships" id="269" r:id="R3cb723e3f47248c8"/>
    <p:sldId xmlns:r="http://schemas.openxmlformats.org/officeDocument/2006/relationships" id="270" r:id="R1e3245f1e5ad4176"/>
    <p:sldId xmlns:r="http://schemas.openxmlformats.org/officeDocument/2006/relationships" id="271" r:id="R41f76896b9764c6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f7cd7abdcf4c55" /><Relationship Type="http://schemas.openxmlformats.org/officeDocument/2006/relationships/slideMaster" Target="/ppt/slideMasters/slideMaster1.xml" Id="R8d5f0b3269ae45a9" /><Relationship Type="http://schemas.openxmlformats.org/officeDocument/2006/relationships/notesMaster" Target="/ppt/notesMasters/notesMaster1.xml" Id="R92c2ea070e8a44ec" /><Relationship Type="http://schemas.openxmlformats.org/officeDocument/2006/relationships/presProps" Target="/ppt/presProps.xml" Id="R4bb7a89325a94862" /><Relationship Type="http://schemas.openxmlformats.org/officeDocument/2006/relationships/tableStyles" Target="/ppt/tableStyles.xml" Id="R9437c767c31f41ce" /><Relationship Type="http://schemas.openxmlformats.org/officeDocument/2006/relationships/slide" Target="/ppt/slides/slide1.xml" Id="Rd3f296bac9074188" /><Relationship Type="http://schemas.openxmlformats.org/officeDocument/2006/relationships/slide" Target="/ppt/slides/slide2.xml" Id="R9320aaef8d1540ca" /><Relationship Type="http://schemas.openxmlformats.org/officeDocument/2006/relationships/slide" Target="/ppt/slides/slide3.xml" Id="R8e10a1e1fc8340bc" /><Relationship Type="http://schemas.openxmlformats.org/officeDocument/2006/relationships/slide" Target="/ppt/slides/slide4.xml" Id="Rd08cd9c2bcf6409a" /><Relationship Type="http://schemas.openxmlformats.org/officeDocument/2006/relationships/slide" Target="/ppt/slides/slide5.xml" Id="R3964e170d55c463d" /><Relationship Type="http://schemas.openxmlformats.org/officeDocument/2006/relationships/slide" Target="/ppt/slides/slide6.xml" Id="R61c32dd8538d43c9" /><Relationship Type="http://schemas.openxmlformats.org/officeDocument/2006/relationships/slide" Target="/ppt/slides/slide7.xml" Id="Re4371ec4ee774393" /><Relationship Type="http://schemas.openxmlformats.org/officeDocument/2006/relationships/slide" Target="/ppt/slides/slide8.xml" Id="R05e3a48ecb084327" /><Relationship Type="http://schemas.openxmlformats.org/officeDocument/2006/relationships/slide" Target="/ppt/slides/slide9.xml" Id="R8b64fb99335145e4" /><Relationship Type="http://schemas.openxmlformats.org/officeDocument/2006/relationships/slide" Target="/ppt/slides/slide10.xml" Id="R43232c53d30448ff" /><Relationship Type="http://schemas.openxmlformats.org/officeDocument/2006/relationships/slide" Target="/ppt/slides/slide11.xml" Id="Rcac66d81454f4021" /><Relationship Type="http://schemas.openxmlformats.org/officeDocument/2006/relationships/slide" Target="/ppt/slides/slide12.xml" Id="R7cc85744212248e8" /><Relationship Type="http://schemas.openxmlformats.org/officeDocument/2006/relationships/slide" Target="/ppt/slides/slide13.xml" Id="Re8b87d3fa9a04a3a" /><Relationship Type="http://schemas.openxmlformats.org/officeDocument/2006/relationships/slide" Target="/ppt/slides/slide14.xml" Id="R3cb723e3f47248c8" /><Relationship Type="http://schemas.openxmlformats.org/officeDocument/2006/relationships/slide" Target="/ppt/slides/slide15.xml" Id="R1e3245f1e5ad4176" /><Relationship Type="http://schemas.openxmlformats.org/officeDocument/2006/relationships/slide" Target="/ppt/slides/slide16.xml" Id="R41f76896b9764c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6cbd0b71044a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d2c2fecbb34db3" /><Relationship Type="http://schemas.openxmlformats.org/officeDocument/2006/relationships/notesMaster" Target="/ppt/notesMasters/notesMaster1.xml" Id="R310d9d99de0d4c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eb3f95b0f94b6b" /><Relationship Type="http://schemas.openxmlformats.org/officeDocument/2006/relationships/notesMaster" Target="/ppt/notesMasters/notesMaster1.xml" Id="R5875d8b1b9eb4b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1067fc620643d6" /><Relationship Type="http://schemas.openxmlformats.org/officeDocument/2006/relationships/notesMaster" Target="/ppt/notesMasters/notesMaster1.xml" Id="R2e78efe2c8aa49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3c2d7355744334" /><Relationship Type="http://schemas.openxmlformats.org/officeDocument/2006/relationships/notesMaster" Target="/ppt/notesMasters/notesMaster1.xml" Id="Rcfadc06740964a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7d9be93df24394" /><Relationship Type="http://schemas.openxmlformats.org/officeDocument/2006/relationships/notesMaster" Target="/ppt/notesMasters/notesMaster1.xml" Id="R69e8c547d15c47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b41153d8b448ee" /><Relationship Type="http://schemas.openxmlformats.org/officeDocument/2006/relationships/notesMaster" Target="/ppt/notesMasters/notesMaster1.xml" Id="Ra2b8862789d648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283c553a1b4de1" /><Relationship Type="http://schemas.openxmlformats.org/officeDocument/2006/relationships/notesMaster" Target="/ppt/notesMasters/notesMaster1.xml" Id="R95ebc7f600cf43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294a1f2b4a4479" /><Relationship Type="http://schemas.openxmlformats.org/officeDocument/2006/relationships/notesMaster" Target="/ppt/notesMasters/notesMaster1.xml" Id="Rd3a0f2c0c39349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0956a145b84399" /><Relationship Type="http://schemas.openxmlformats.org/officeDocument/2006/relationships/notesMaster" Target="/ppt/notesMasters/notesMaster1.xml" Id="R9cc46f817052478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18d0437cd945a6" /><Relationship Type="http://schemas.openxmlformats.org/officeDocument/2006/relationships/notesMaster" Target="/ppt/notesMasters/notesMaster1.xml" Id="R6050ef043ce549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3af795c78e4e20" /><Relationship Type="http://schemas.openxmlformats.org/officeDocument/2006/relationships/notesMaster" Target="/ppt/notesMasters/notesMaster1.xml" Id="Ra6a1c8e05ad247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72be4e26a24ffc" /><Relationship Type="http://schemas.openxmlformats.org/officeDocument/2006/relationships/notesMaster" Target="/ppt/notesMasters/notesMaster1.xml" Id="Rc4389a7a7fcf43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22cbe175484a52" /><Relationship Type="http://schemas.openxmlformats.org/officeDocument/2006/relationships/notesMaster" Target="/ppt/notesMasters/notesMaster1.xml" Id="R8eea2a57578447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c846c1ad7d149db" /><Relationship Type="http://schemas.openxmlformats.org/officeDocument/2006/relationships/notesMaster" Target="/ppt/notesMasters/notesMaster1.xml" Id="R31fc2e9c4307468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79aa8323afa42f7" /><Relationship Type="http://schemas.openxmlformats.org/officeDocument/2006/relationships/notesMaster" Target="/ppt/notesMasters/notesMaster1.xml" Id="Rdc14d80409b1485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3fb7f4b0e904c4c" /><Relationship Type="http://schemas.openxmlformats.org/officeDocument/2006/relationships/notesMaster" Target="/ppt/notesMasters/notesMaster1.xml" Id="R380994f457ac4a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今天我会先讲空间转录组数据和常规分析流程，再介绍我如何把这个流程做成一个可交互、可追踪、可解释的 Agent。重点不是单个算法，而是把标准分析流程组织成一个可靠系统。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空间转录组的关键不是多一个坐标，而是让表达矩阵重新回到组织结构中。普通转录组回答表达了什么，单细胞回答有哪些状态，空间转录组进一步回答这些状态在哪里。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这里强调数据结构。X 是表达矩阵，obs 和 var 是 metadata，obsm spatial 存坐标，raw 和 layers 存不同表达层。这也是为什么 Agent 必须先检查数据。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不同平台的数据对象不完全一样。一个好的 Agent 不能只适配一种 toy data，要围绕表达矩阵加空间坐标这个共同结构设计，同时对平台差异保持谨慎。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这套流程继承了单细胞分析的一部分方法，同时加入空间坐标和组织结构信息。后面我的 Agent 就是把这些步骤拆成工具并组织成流程。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QC 不是形式步骤。后面所有聚类、marker、空间解释都依赖它。尤其是表达层判断，如果把 scaled matrix 当 counts 解释，就会产生伪结论。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UMAP 回答表达状态是否相似，Spatial 图回答这些状态在组织中在哪里。gene panel 再看目标基因是否具有空间区域性。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空间转录组的解释很容易讲过头。cluster 不是细胞类型，空间表达集中也不是因果机制。所以项目里每条解释都要有 evidence ID 和 caveat。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的价值不是替代 Scanpy 或 Squidpy，而是把分析流程组织起来。先检查数据，再生成计划，再执行工具，再根据证据解释。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 LLM 不是直接拿矩阵做计算，而是负责理解问题、补全计划、解释 evidence pack。数值计算交给工具层。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这页说明 Agent 不是空泛概念，而是把标准空间转录组流程拆成明确工具契约。每一步都有对应工具和可追踪输出。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四个页面对应用户真实分析顺序。Project 先理解数据，Run 看执行过程，Explore 看图和问 Copilot，Report 看 findings 和 caveats。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展示按照标准流程展开：检查数据、生成计划、执行工具、查看 Spatial 与 UMAP，并用 evidence IDs 支撑解释。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真实数据验证不是为了给出完整生物学结论，而是证明系统能处理真实 AnnData、真实坐标字段和真实表达层状态。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这一页很重要：把项目拓展到真实科研。它可以用于发育、肿瘤微环境、病理切片探索和教学复现，但不能替代专家注释，也不能把 marker 当作机制证明。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最后总结三点：空间转录组数据和流程是基础；SpatialScope 把流程转成 LangGraph Agent；LLM 用于 evidence-grounded interpretation，不替代数值分析。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c19ed581da4c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bb9dfaa9eb4435" /><Relationship Type="http://schemas.openxmlformats.org/officeDocument/2006/relationships/slideLayout" Target="/ppt/slideLayouts/slideLayout1.xml" Id="Rf2d8adcd92d84c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d8adcd92d84c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698eafe9d4709" /><Relationship Type="http://schemas.openxmlformats.org/officeDocument/2006/relationships/image" Target="/ppt/media/image.png" Id="R58122b71e5ff486d" /><Relationship Type="http://schemas.openxmlformats.org/officeDocument/2006/relationships/image" Target="/ppt/media/image2.png" Id="R293c79c31b214ff9" /><Relationship Type="http://schemas.openxmlformats.org/officeDocument/2006/relationships/notesSlide" Target="/ppt/notesSlides/notesSlide1.xml" Id="R646077ffcfa54b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0e0dbdd9fe4122" /><Relationship Type="http://schemas.openxmlformats.org/officeDocument/2006/relationships/notesSlide" Target="/ppt/notesSlides/notesSlide2.xml" Id="R746ee0b7b0524c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b4d44522146ae" /><Relationship Type="http://schemas.openxmlformats.org/officeDocument/2006/relationships/notesSlide" Target="/ppt/notesSlides/notesSlide3.xml" Id="R724ca895f4d74d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87456b8dc49ef" /><Relationship Type="http://schemas.openxmlformats.org/officeDocument/2006/relationships/notesSlide" Target="/ppt/notesSlides/notesSlide4.xml" Id="R363123e55f2c4f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3f88fd2bd44fd" /><Relationship Type="http://schemas.openxmlformats.org/officeDocument/2006/relationships/notesSlide" Target="/ppt/notesSlides/notesSlide5.xml" Id="Rb2ea564059cf46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cb1ae17014849" /><Relationship Type="http://schemas.openxmlformats.org/officeDocument/2006/relationships/image" Target="/ppt/media/image3.png" Id="R24f86fc4b014424f" /><Relationship Type="http://schemas.openxmlformats.org/officeDocument/2006/relationships/notesSlide" Target="/ppt/notesSlides/notesSlide6.xml" Id="Rba9f2058aa0948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117607a8d472a" /><Relationship Type="http://schemas.openxmlformats.org/officeDocument/2006/relationships/image" Target="/ppt/media/image4.png" Id="Ra2414fbfd1c6480f" /><Relationship Type="http://schemas.openxmlformats.org/officeDocument/2006/relationships/image" Target="/ppt/media/image5.png" Id="Reba2844fd95749f2" /><Relationship Type="http://schemas.openxmlformats.org/officeDocument/2006/relationships/image" Target="/ppt/media/image6.png" Id="R61e9b37df4b04225" /><Relationship Type="http://schemas.openxmlformats.org/officeDocument/2006/relationships/notesSlide" Target="/ppt/notesSlides/notesSlide7.xml" Id="R09b13b648c7847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e2b94b247453c" /><Relationship Type="http://schemas.openxmlformats.org/officeDocument/2006/relationships/notesSlide" Target="/ppt/notesSlides/notesSlide8.xml" Id="R60a9dd3210b84d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78c651191f45a1" /><Relationship Type="http://schemas.openxmlformats.org/officeDocument/2006/relationships/notesSlide" Target="/ppt/notesSlides/notesSlide9.xml" Id="R58ac9b8387e042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876d08cec4b8d" /><Relationship Type="http://schemas.openxmlformats.org/officeDocument/2006/relationships/notesSlide" Target="/ppt/notesSlides/notesSlide10.xml" Id="R61c015a800004e4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5f72f17fe4b09" /><Relationship Type="http://schemas.openxmlformats.org/officeDocument/2006/relationships/notesSlide" Target="/ppt/notesSlides/notesSlide11.xml" Id="R7c4932dad2c24f2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87a422b4f400f" /><Relationship Type="http://schemas.openxmlformats.org/officeDocument/2006/relationships/image" Target="/ppt/media/image7.png" Id="R2f99c285a80e4cab" /><Relationship Type="http://schemas.openxmlformats.org/officeDocument/2006/relationships/image" Target="/ppt/media/image8.png" Id="R90fef1d85f884e98" /><Relationship Type="http://schemas.openxmlformats.org/officeDocument/2006/relationships/image" Target="/ppt/media/image9.png" Id="R7002076a92424365" /><Relationship Type="http://schemas.openxmlformats.org/officeDocument/2006/relationships/image" Target="/ppt/media/image10.png" Id="R158f51e2a7b9470b" /><Relationship Type="http://schemas.openxmlformats.org/officeDocument/2006/relationships/notesSlide" Target="/ppt/notesSlides/notesSlide12.xml" Id="R6f5c196cf33e45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a45d73da34122" /><Relationship Type="http://schemas.openxmlformats.org/officeDocument/2006/relationships/notesSlide" Target="/ppt/notesSlides/notesSlide13.xml" Id="R949d55b2562d48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2f4fd4efb4239" /><Relationship Type="http://schemas.openxmlformats.org/officeDocument/2006/relationships/image" Target="/ppt/media/image11.png" Id="R822a7cea8b7c472f" /><Relationship Type="http://schemas.openxmlformats.org/officeDocument/2006/relationships/image" Target="/ppt/media/image12.png" Id="R51fcb1ec5201493d" /><Relationship Type="http://schemas.openxmlformats.org/officeDocument/2006/relationships/image" Target="/ppt/media/image13.png" Id="R9648cd193a4d4fbd" /><Relationship Type="http://schemas.openxmlformats.org/officeDocument/2006/relationships/notesSlide" Target="/ppt/notesSlides/notesSlide14.xml" Id="R03b6925042da48e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861b0eb8794187" /><Relationship Type="http://schemas.openxmlformats.org/officeDocument/2006/relationships/notesSlide" Target="/ppt/notesSlides/notesSlide15.xml" Id="Rcb9b60adbcdc47e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0791af85a45e8" /><Relationship Type="http://schemas.openxmlformats.org/officeDocument/2006/relationships/image" Target="/ppt/media/image14.png" Id="R2916f5b945fa47a2" /><Relationship Type="http://schemas.openxmlformats.org/officeDocument/2006/relationships/notesSlide" Target="/ppt/notesSlides/notesSlide16.xml" Id="R1fff4226c7e346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56573E-C47F-4AB4-9C53-8D852A23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9539A-9A34-4738-A1AA-7E279F03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22b71e5ff486d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>
              <a:gd name="adj" fmla="val 975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0ECFB-B9C9-4972-B548-7A645683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07AD2-55D2-48B5-A33C-F89005C8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ECDC2-85E1-48C2-B0A8-475EF250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rPr>
              <a:t>顾兴均  ·  11323112  ·  Spatial Transcriptomics Agent Project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c79c31b214ff9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>
              <a:gd name="adj" fmla="val 36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88EA5A-332E-4BB8-838E-06548BC3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20E8F-09CF-41C5-B34A-641651BD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7AC6F-1042-49FF-B516-A83ADAB1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528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从空间转录组数据与标准流程出发，展示如何构建可审阅、可追踪、证据约束的科研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82916B-C869-487D-9488-590ABD7B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0588B-EE64-4254-AA19-9C708A4D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4F0D15-B0FE-4CE2-A61E-3F61A634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D67B37-ACE7-42D9-A4B6-2662444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42AD7B-24C5-4998-A36E-5EC22C5C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2CB46E-3A50-469D-8371-B5D20020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E62DE-A0BD-4776-B9FA-5A474F08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220377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231DA7-3649-4070-8192-6443266B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EA4ECE-AA13-497C-820E-D1848473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6636E7-D74F-4213-9B30-FB20EB7D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0B43D-6097-4552-8AB5-293D2056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112E36-9A78-4B24-BE30-01BDB20A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EE925-AC2A-4ECD-BA8A-FA72C87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哪些基因表达了？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749E7-06E6-48BB-87E3-EE4A9AD1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2ADAD2-B973-41B8-8D1C-43C77084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E219F4-C98E-4E11-9B70-A544E9F6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有哪些细胞类型或状态？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0E27DF-9B68-4FFB-94ED-DC01E82B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D9FEB-E97E-4389-8621-27EBE537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C8AF5D-8045-4FB0-9183-4929DDFF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这些表达和状态在组织中位于哪里？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4539FB-F090-4894-8CBE-CF450216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EA8B1-5412-4191-8E01-E7606728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CCFCF2-E8C5-47A6-B6C9-1BB36690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BDDB86-4AE0-4811-924F-6D8A58DB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D78D35-C09F-4ABD-A9DA-F3B1C1FC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C3CF40-276C-4301-9823-80F715B5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13F23-907D-4F3C-A973-9876C029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F2C702-4755-4833-A730-9898BC11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1548D-B5DF-4FD1-B9A6-9CF83ECC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409ABB-E2C3-48CE-A924-AD1507C9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909B6B-3E29-4EAD-9716-55C50D16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F1864B-6DDD-4539-BFD0-1357C08A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CDFAB3-D857-4435-8A10-3F1E34ED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DDF886-242F-4175-9071-7808A40A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9F5D85-919F-4B3F-B50A-17E3FE1C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01D7DC-3EF5-4470-833E-F322AF72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47EAF1-3CF4-49A1-B9DB-EBB109EC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8554EC-CAE8-40EF-9884-3789315C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4B78A3-CA8C-43CB-A24F-0A854698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370CC-F1E9-45FC-8B0E-14D8ADB0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A18E58-08A1-4125-9AB9-46F3F793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469AA5-CC33-479C-B124-9F1070D7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5FFB80-2405-4EB0-971E-2FEBFDA5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F866D6-9F80-4D9F-B40B-D6EE1F15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63E0ED-880E-4B24-A150-E9772D85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5B16DC-9768-4918-BCEC-23218829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2ABFA1-9EA3-4E6C-A2AF-261C6C88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41ED23-B6C9-48F4-B3B0-DEF3B400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CADCCE-9172-439A-BD13-C488EF87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E50767-1BCA-4F11-AC67-5960AA1D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45DB84-5341-43A0-A14B-ACD7983E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8B22337-2646-4AD0-8969-561DEE31C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710BBCD-C082-4674-A378-753D9BD4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924952-834A-4493-9FBE-6DC90663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919A5A-FEF8-461D-A7F7-51F83F5A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E43A628-A802-4302-AA77-C0E04C49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986B55-4761-4AC0-9D9E-51FE10B8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9CD03E7-14F1-4F24-A378-48D13F36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1C0DD33-C460-492C-B7A8-94C48A3F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6C78018-1B1F-4438-B397-73885D75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C8162CF-0DB6-4994-9B26-834D5C27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EBAFDC2-F61C-4AC9-9675-B9AEC97F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DD8D8E7-43FC-47A3-9BB8-94527103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4BCD6BF-E6FA-49F6-A2EA-83B5DEDF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4FEDC27-B20B-40EC-B890-00CF357D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1634BD2-348F-4526-9E6C-746ABB70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1778980-8FC3-45F5-B429-1CC8D633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D4AC6B5-46A9-4973-9A64-56417446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CCAAA52-FD0B-4E83-B6F1-1E317355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8780E7B-9334-4997-BEB5-5FD04342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DA70961-D7B8-4FA3-A728-B3F279DD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742BE38-3F7C-40D9-BD13-15DD9034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DB00B34-9EBD-4A77-89D8-1D12A0D6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0D4EEF9-41FC-462F-AABF-C273BD43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99DC995-EA0C-4B5A-824B-FAE7AFFE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D75F310-06D3-42AA-8984-E767108B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FE9000F-ABA5-46FC-B06E-098EFF95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3D19D03-72B8-462F-B083-46AFFC4E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8B299B3-A5D5-43E7-90F0-831C4F2B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EEF866A-4C9C-4B10-9467-9458B8A7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0072F16-324C-4957-8932-FF1D6929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08A4C3A-39F1-4CBA-8674-A5D8C3C9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908D299-0BB6-4C34-8495-784BA610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CA37E0-2601-469C-9976-7128D84C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20608DC-92E4-4F8F-AE9C-83A6C7E7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FC8AFF4-A1A7-450F-B38A-2EC9F056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B9862DA-0848-42C9-B00F-134650F8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50EFB10-9C4E-4E0A-A657-5B61E4D6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0443CFA-32C2-4011-A33C-D463743E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F5B160E-FC5C-48BD-AB33-833ABA47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6B0EA5D-9A44-4ABE-B33A-4AD2545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C0DF091-0CAD-4775-959C-5EC361BD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771BB6A-C9D8-403D-97A9-91DBFF61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1D323DB-51AD-43B1-B7CC-1264ED1E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06087E7-DC9D-4B50-AF9E-3A5F5867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1D6C32F-EC86-4678-A57E-80DACC66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E6B14B5-DF71-4FB1-AE65-6833441A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AC5FEDC-5A45-487D-BDC0-598DE2B4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2E4586C-92F1-48CB-A361-A98F5550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766AAC1-6505-4C2D-BF8B-C1600D90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02ECC4E-1A2A-40BE-A203-96FE0985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2B357BE-7864-4F08-89AA-C4C638FF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D5491BF-098E-4637-98DB-96E7EA69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0CC723C-FF18-4AD1-9EC9-17AC2E55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0F4163E-1627-4835-A4FF-E180334D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545A2B8-52BD-4F38-9647-8DFAE632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AA52C91-B3A2-4D14-8B1C-FE8947AB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4674F4A-BA68-44E3-96C5-CB51D007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48B82BC-C801-4B2E-812E-ACC997F6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6AB7F30-D478-4EA3-AA38-11A475F8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4156EF9-A5CC-401C-A1B5-1EC12A19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7B2C83B-AC49-41E0-8038-90F25E1A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3026C3E-6C92-4E3E-998D-F9B20C52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C2229E8-87B3-4742-AF7C-7672AA60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370828E-C212-4173-8777-1DCDA023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D7214DB-BE18-46D1-A39D-B02EEEE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7F5A50D-FE59-4E26-A4DB-9DC09C40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D631EE0-BE9D-4369-AAAF-172FD82D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07BB298-1DCD-4702-B171-4B22E63D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38F9B0D-CFBF-406B-BFF7-10690D83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3A63012-54B8-4C29-81D2-71283E19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BADD0F8-5FC5-4576-B04B-D0B7CE20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1054D61-5A9F-4FED-8C33-33750640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43AE941-CDFB-429F-9656-1BE70DA8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EB88F85-0C78-4558-A587-82CDCD76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17A5A58-2FF0-4C8F-A816-EEEBBBEA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0F007ED-FB99-4B4A-A4B2-0406BEE0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4EC82B8-7ED8-4005-911D-AED7D00A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C1E8951-AE18-44CA-90DC-655041F2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36AA27DF-539C-44C6-9E8B-2F6E3312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52F05274-F4FE-4823-B0AD-B3F4BF8D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8291862-CA2B-4FAA-B320-004E6E4E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2131528-ABE0-4D91-98E9-570FE915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2706FA6-9F7F-4D0E-9361-8A4801D2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C006997-D226-4F89-AFC5-CF197653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25B445E1-22A2-481E-BA6C-92795CDC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2CC9FC1-E03A-44BB-821D-4AE32869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BA62DDA-C91D-40C8-8A19-45B7CF7E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96F2202-CE12-49B9-8812-A921C164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C1A4983-CE19-4F06-83C1-E0DF7621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56DA071-6E86-43DC-A602-BAD33283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6DCC9FA-77D7-40DF-92A4-34B4342C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4DBFFCF-BDA6-4BD8-B94C-0BADF40E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C2548193-CD83-4320-AC3A-B8C4BD34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139F7D6-975C-4167-9AB7-135FE1F5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1B3F653-B7D6-4F70-A932-8BCE8F77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9CB2FCB-D728-43B7-8903-8761813E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73D34361-51C7-46C2-BAC4-12A848B7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BA848FC9-B2BE-46E8-A63B-5C2B9373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1D60B72-1130-49F0-A8CE-34156382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9A8730FA-5EE9-446A-9088-0BDBB359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73F5DAB-94CC-4C3B-8F7E-30815393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F7E38C0-8625-4CA4-9088-25F7F260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360D492-92A9-45F4-89EA-C99FAB17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C330F2F-AC47-4C10-839B-6FF7B655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7A8D7A5-EB4E-4B60-B513-BB5997A5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BD99653D-7C7D-45E1-9A0D-71A658C9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83FA9099-4D0C-4D6A-B286-C4EC7D66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0B1E54B-940C-4DA4-A646-1A79DDC2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D922F3D-434E-46A0-9680-8165D2C2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C70EB68-B9F8-495E-8B48-C0EBF8AA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1DFA507D-D35A-43FD-AEDE-5CB8E542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B21AE337-319B-4826-B95C-7B25A867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854CC5E-5928-470D-91E7-B46CFAE5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057DF081-930A-4E54-92CC-495054B9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61CA33AA-B0FF-4254-AE9C-4384F819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91E0630-3D40-413D-819C-0B5D7A9A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1C2AEA2F-B318-4E98-A07F-26AABB52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354E316B-FD67-4962-8ADF-59783D72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810463F7-D4BE-4554-9DCC-96F5D808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1D2A707-1213-4DBD-8F26-30ED4072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3246BA40-E095-4346-9F32-30BCFF92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E1C85E4-D843-40B2-8E67-7A2DF30C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A88ADB3-0E67-4904-87CB-8C47C2C8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9812BF1-CF10-47B8-8843-B78EEECA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407E94D-B70A-47CF-9B2E-D8950671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457ACF39-069D-404A-90DC-44A28BD6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2EE31BD-D1DE-40A9-8F06-0882657E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A545869A-1009-4947-9B6F-D9B60E2D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A51699A-2D96-4E20-A87F-82E357BF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F9F4B20C-5996-4BC0-8522-DDD182A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9A751C84-07B9-4AD1-A5D6-EE55A04B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BBC51D2B-FCD2-44CC-A6D2-1615DF84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F48AFE28-D652-4BBE-A2FB-4465B499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6DAC6099-3021-452C-8DB2-161B364C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F808848-9ED6-4CE1-BD70-478DE631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FB724BC9-0539-45DC-995D-F7135E7F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DBD29CA9-73F6-4C3B-8926-42806562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58B8C7E9-126E-4E3E-9BF6-22E039F9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EF181CA8-2661-4179-9A68-D3AC7CA4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C8B2DCAE-F487-4923-A436-BF7536C4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035772CE-4FD2-4B48-90D4-BDCCF6A1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F0ABF6E8-7975-45A9-9410-041F5330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C5050674-6089-427D-A8E8-E34D141B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C0C8F3E3-D752-462A-A6CA-DE2B885A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E5C75112-A825-4210-9D9D-DB29F6BE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AF36F2AE-59B0-49EE-AD1D-D06B685A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BB6798D8-9CDF-4172-9E43-73641D0A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EF7F4349-F79D-4FAF-ACB4-6A850255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3725514B-5BB1-4D9F-9D58-4863F961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37698069-0C18-4E50-B0F1-1D0F6994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E3786D7E-D19A-4FAD-8360-17922DE6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9309959B-C4C7-40F0-8629-8F60726C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ADDA4DAB-5410-4939-944E-1B6EE40E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78A2EDCA-24F6-420B-92EA-80E20961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3582FA59-D726-4AED-AEC2-8480389E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266AF2AD-44C8-4B66-A9D7-4A8C3F67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F5A2100A-B756-44C4-A66B-91342C03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3B99C9DC-223F-494A-AD43-AF50C0F8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F463E280-015F-44E0-9A39-7D645602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89AB666C-5415-4878-B61A-91A54CC4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01B91038-1CC1-4888-B2F1-05B9FE25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8634B310-C0C9-4F91-9103-10DBF426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B7094262-808B-4F8A-A931-4489712F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814DF432-4B8B-4674-A669-64909660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DED6878B-DFE7-4608-AD58-E171244C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17C1DE8E-A07D-4094-93F3-E6272317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D57BACDD-E5AA-453F-A968-F982DD02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3420D342-3AB6-458C-ACD6-5E75E375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F983951A-1FC1-44FD-B9D0-5A79BC95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2DA55C86-61F2-4BDD-A00E-09CD10C1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1D528EC3-7F4D-422C-88BD-17B9058F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AEABAFD8-782E-4630-828B-CDDF8C71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02F9EB3E-3BDA-4160-85B9-A26486D0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11C2E807-42AD-4D5A-8A3A-AE8A6523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9CC78E3F-F8EA-4147-9373-08CB202B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916D5A46-D559-4CAE-BD87-E8548F40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3812F33F-3F0F-4EF8-BFA5-06EC382E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B98D298E-F046-4774-9731-BF00BEFB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2E468184-A6D1-4708-997A-684634DC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AE909B10-1176-4050-BD5E-03CCE95C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499D4958-B4C9-4F21-B474-5EBEB7B0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CFC3D965-4D91-402C-96A3-45BCF7E8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42428F72-2952-476F-9601-0168F9B9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3E539192-D82D-4A5E-B264-BBB0E32B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48921AA7-DAB7-48CC-870B-F1D5E273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66729545-6186-49BE-BF61-93861D6C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C6B759CB-4508-47D2-8C9F-3CEB78B1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2D199A2A-5375-4B2E-A93E-D3C71FCF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26B3F6A5-0087-4A29-BBD5-98135A58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52163C08-4B36-4C67-8C36-77F40C85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419C5D47-E986-4A0E-83CC-2582C6F1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FF59A3B4-AE5F-41DE-A71E-8763F82B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54735A40-DA73-4017-A5E9-0DFE08F3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97909BEB-E378-47C4-ACC1-2775AA6C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639D1A9A-0A56-4108-A1F8-FC75BBCC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7AF01AA9-B626-45B6-8184-B24B61F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7C4E73A1-4E73-4372-B58D-809AA385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036C5703-02C9-4567-BBF9-3C1AA8FE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B1B28019-7145-4DE5-A669-D7A2C215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233FEC31-0A66-4794-932B-79BC05A4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B87B8AEB-3F77-410A-9DFE-50F6A6FF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FF4C3BB0-67E5-4ECD-9B96-2EF2FAC3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2C95AE18-8363-4E64-8E8A-0BC6E129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9E6BE5B4-0E63-42F5-9C05-E330BD92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15862A96-CE22-45EE-A256-A1B289E3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B4215503-5ED6-494D-9482-7390E31A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255727A8-91BA-43A9-998F-222A6248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2F1F5CA1-DF94-49E0-9C31-D87AC09F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B6BA7752-2C1C-4344-A8DA-C1F31842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5C468DD6-F765-4A68-AF86-6545B970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AA6876A0-3A5E-45A2-B926-156343E8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61A14C1B-71DE-43B9-B8E7-78B3F348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BC01A6CF-DEFB-4053-AE38-62015B26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80CC8E59-DB16-418A-B021-439C6F8D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4679F93F-7C1C-4A33-83CB-3EFB96B1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B4BC965E-6893-48EE-9F94-FBCBBE85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753DF5F9-62F5-490B-AD73-EDF1E639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8C56A895-01EE-4047-BC5A-6D246364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95202678-EFD5-46D1-B910-A408E5A5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FB4368C1-2D0D-4FD1-B2EA-10D3427C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1FC3FB40-3AD7-4DE7-AE5C-2FBE5F69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FA7EDCFF-08E4-4CEF-8C24-108D22AF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A14FE15C-1F07-4CF0-A8A9-D147FD50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FFA5E0A1-B22A-41DC-B14E-5CC4F4A4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13F93D06-3D5C-4235-848F-D5EEE495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DEB42CD4-6BA3-4DDA-9E65-5A237A77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C13ADDD6-7C37-422E-842C-785F1087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3D20A76-F600-414C-8F15-360E43D8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1E814023-9904-43A7-A0C5-60DFB4F5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DA77B428-74A5-4E8E-AE0C-8224AF7E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D283C71F-038D-4A90-9F8C-E3B10E0B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6A97008A-C3C8-42E0-A5F2-048CFE8D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ECC05E03-89F0-4FF7-8DF7-F51E580F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2E098698-7F12-495E-8542-D3DF2BD5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BC460C51-966E-4A84-A33A-50EA5D5F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D020D6A2-2C55-4224-89BF-EDD5F1E1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2C010763-3E2F-4BB9-AC07-D3BE9134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EEF7F61F-224F-446B-AFD3-1BA7DCAE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D5222ABD-6454-434B-AB46-C7B12A2E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BA80D6A5-AB76-439B-9ABA-C17980A2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6F0AD7FC-98D2-49DB-BC44-BA47CFF1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4347BD58-B62C-46F0-92F0-F84AD688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6EA3AE6C-D371-4954-AC20-4D977B78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28131878-2FA1-4095-B8D8-B646F29C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B071F5D9-6FB0-4DF4-BD0C-286D207D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1A0B1428-39CE-4760-8817-2265DB53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7ECAA2A7-0198-415E-A847-BECAA647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F4F61801-312B-451A-AF8A-0276A4BC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82E6099F-8D23-4980-ABAA-FCD54F9A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91495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B7CFBE-DD83-484A-9519-0CBA9938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F2712-EE8B-4F6B-8CBF-709F7EE9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07D168-520A-40E3-ABE8-B7D16887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93E88-8A6E-45B5-A967-46641AA1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3524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9F2E7-C529-4110-8541-232D88B1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6E0A6-E617-4C45-B9FF-77A30D5C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4743E-6D1F-4147-9170-3B0583A6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47200-0262-4812-86A5-1E38AF78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D8278-41DC-4CAE-87CF-2C5B5A8F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3A1FD-069B-4EDC-B523-139CC4A0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EB8AE-C23F-4DAE-A05C-8A2EE3D4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823D1B-01A0-49B0-87CA-EA4DCF46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522FB0-60EE-4479-A7B8-4B36E50B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FACE99-0863-4A31-A24C-7C1FDC8B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38EBE-583B-4290-99BF-0D2D3A1A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CB96E2-4D0B-47BF-9E6E-0940BAEA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C1471C-4D8F-49DF-BD60-1CC6EFD2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799A0D-7856-4705-B735-21B29EDD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590E2-A73E-4173-97EF-7CF00F93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4667FA-0E75-494E-BE4C-75C06D7F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C8ECA1-B104-4985-A503-067DD9A4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754EB-D95E-4EA1-BB7F-5A07F651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A4B7FE-342D-4C97-B5FD-90333D3D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259AF0-A9E8-4D43-AFE4-B723CE1C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9069CE-CD7F-43F2-A5E1-00719800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BBD156-05E9-42D5-9C56-B397CD24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7BCB7B-DF24-4B7A-B092-D5C0B6AE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CF6F38-E443-45D1-9A06-182F3BFD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EC60AF-3C0E-4C24-B5BF-FAE4495F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FB6B04-D89F-4E5B-9482-F9C19DF2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9DBFFC-5A8E-4533-A1F9-0C3EA7D0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0F1852-D1EA-4AB8-9832-BA6190DD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73801E-8DA7-40AD-B2EB-99DEC8A0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A1E2FE-A684-4AF3-89AF-1372292F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83F404-8EFE-4E84-8FF7-06294E7A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D2B11C-C62F-4636-8466-5DFD176F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A8032F-21E5-491C-821B-546521A2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886DC5-C9AB-45F9-A992-40AFFE3D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E19CA1-A907-4762-A11F-D0F86C28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F0D8B2-199A-4E96-9638-9029F005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CD66BC-50B0-40F9-B677-9AB7CBEA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0DFD37-66EA-49BA-8CD0-E94F74D7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968EF2-67C0-4270-AD93-8293481A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9DE0876-0A02-44EF-BBBC-1870D2A8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5F82C3-C0CE-4E01-AEE1-B75A75D2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0E6BFA-5A27-44BA-99CC-7A6006C1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FA46191-00AC-42E9-A5D1-7A25BEF5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1F72852-1D73-4BF1-BD4D-3264E9B2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41B959-9D7C-412F-B01B-4DF46351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242FE5-97BB-4DF0-BA52-5E808D85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70B2F3-9824-4707-AC16-267B6ED3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4864ED-3D72-4CEA-9135-A2968793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06DB54A-77BB-4CB1-8A75-A2F02420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41B6FD3-252C-41C7-8B11-8D84A413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DFFD258-80AE-42EF-A480-12F80C64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1B99BBC-5543-40EE-A0C7-387E1A49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16CFC00-51E2-4C1A-BCDB-A4FBE398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AB46032-822C-4AA6-8BA4-B73E6C29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3D408FF-EA94-4D0C-9360-0DFBF458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93DB949-21A2-4CD5-A4AC-D7281C57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0F503F-3F06-43FF-AEBD-D4B7B4FC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6420776-F5C3-4ECB-B895-CC58D189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CA20287-B5CB-4133-AE27-02C3C142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5CCAB88-0197-42CD-B2E4-ADD5A045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65C3A42-6270-4EF1-A094-FA1AD476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7E607ED-15FB-4832-9E05-9DA94921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89D7FFC-6FD4-42C4-BDF5-DC652F82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FE1AE39-B936-4A2F-A114-FFACA33D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955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71F38A4-2CE1-4FB1-A9F6-2002FE9C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384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spots / cells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1E57503-35F0-4E54-BE27-8EB956CE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X: spots/cells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E110109-F548-485D-B60E-B15FD720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11A7D59-DE29-47C2-A427-ADDAD158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AA689EE-98CB-48BF-B251-62160189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spot/cell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88E73B0-6EBC-480E-956B-1FB7B6A5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04373C6-EE09-430A-AD3C-6C5B304D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6CA220E-0E23-499E-8A49-81E522E8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8AB6F2B-5F2F-4CC8-8AC1-FBB9B47C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38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94F428F-5EF4-4AFD-8370-1262E728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336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1B73E40-91F0-46F2-A337-16B98B4C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193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二维空间坐标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7A7D05C-04ED-4F94-9BBB-8551E40C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933B001-2BFB-4767-BE1D-B0D94E06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3855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D842526-87E4-4260-BF77-06B6AC50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counts, normalized,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09E8F74-0AB8-485D-B7CC-9E18AEAC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00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75" name=""/>
          <p:cNvCxnSpPr>
            <a:stCxn xmlns:a="http://schemas.openxmlformats.org/drawingml/2006/main" id="71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>
            <a:off x="3257550" y="2600325"/>
            <a:ext cx="2076450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6" name=""/>
          <p:cNvCxnSpPr>
            <a:stCxn xmlns:a="http://schemas.openxmlformats.org/drawingml/2006/main" id="74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 flipV="1">
            <a:off x="3257550" y="3205163"/>
            <a:ext cx="2076450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7" name=""/>
          <p:cNvCxnSpPr>
            <a:stCxn xmlns:a="http://schemas.openxmlformats.org/drawingml/2006/main" id="83" idx="3"/>
            <a:endCxn xmlns:a="http://schemas.openxmlformats.org/drawingml/2006/main" id="77" idx="1"/>
          </p:cNvCxnSpPr>
          <p:nvPr/>
        </p:nvCxnSpPr>
        <p:spPr>
          <a:xfrm xmlns:a="http://schemas.openxmlformats.org/drawingml/2006/main" flipV="1">
            <a:off x="5343525" y="2600325"/>
            <a:ext cx="3228975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8" name=""/>
          <p:cNvCxnSpPr>
            <a:stCxn xmlns:a="http://schemas.openxmlformats.org/drawingml/2006/main" id="83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5343525" y="3205163"/>
            <a:ext cx="3228975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373447F-8924-49B6-8ED9-7B72C239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60A9707-BF08-420F-8A6F-EB0D1FCF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2207F0C-6FB5-4F06-9E7F-A37C23E8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AnnData / SpatialExperiment data structures; SpatialExperiment, 2022.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D59F2D3-E4B7-4733-875C-9E5D0576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841665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D75466-9AE6-4951-948D-D8B8BF50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632F2-56E9-4DC5-BD7A-581C47EC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E7CE7-0EB8-4E54-8888-CFD7200A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6E0C7-CD7C-4AB4-B397-D97467AB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05A6D-E68C-48B7-B313-21B67FDB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64A82-4FC4-49B2-9B2F-6E002EB2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6BAE3-E1AF-4F92-9D7D-B94E81F1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CB8C5-FA14-4079-8264-6B74274F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4923F1-30EC-476E-BCCC-1B1FB096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F3873-F8CE-44DF-B09F-362207A3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 含多个细胞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145F7-DC7F-47FC-8161-472FEC1F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32172-865E-4C5F-95EE-E5843305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high-resolution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A4615F-0E63-4166-A039-FEEDD892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622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C1527-6EBC-460F-845C-617A2D6B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规模大；坐标字段差异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364C0E-0B1E-4F40-8B93-F1369D2C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9772F8-9591-4621-8617-E0D6C93C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957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AC787D-6DE6-49A7-9A59-0D056075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cell-level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DB801-5033-48A7-B4F6-24B9BFB8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fixed panel；QC 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79A69-988F-48E0-9972-6D2E041C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43DA9D-38A0-4E73-A83B-3D145C7F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886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6FE2A6-A107-4E6B-AE72-7C8E0B3A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91150"/>
            <a:ext cx="3886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0E044C-EA7F-44B6-9C7B-05244FF3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033BE9-C89F-4F87-A2F8-9473FE2D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445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C08C80-52F7-46C2-AD16-00C17532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91150"/>
            <a:ext cx="445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59D906-B87C-4318-B8C6-74FB17EA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11A314-E555-4A05-84E2-73954471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69FFE6-B2AA-42C2-B270-5965224A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379588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267486-5F83-4D0C-AFD6-23AB40D9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43F94-FF50-4B23-AB6D-AA2139C1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BA050-BC08-437C-A8CE-DF1883D6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1163300" cy="12763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076140-A22A-46DD-896C-9687EB94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D4CF7-5135-4F53-BFCC-4077D50C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381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4BC07B-61FB-43EC-9130-12B58B80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94975-39BD-4C7D-84DB-CC2E347B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44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5E235-1390-45AF-9C87-FB6DD5D8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B4D380-7F6F-4655-BC75-0079BBB4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306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237F1-4756-4C6C-B8D8-88FAD62C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97ACBB-4B31-4466-B265-7CC11D9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269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AF892-5FBD-49C1-898B-CC9E1B0B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E3CAD0-A204-4C59-9FE6-96A9E86D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FB0699-7CD8-4381-8790-F37987BE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781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C40827-AE62-41BC-BEDF-66C3C078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4081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过滤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253904-AB93-4B3E-8BE9-F6DB1BE0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A12023-EB8B-4F09-A174-49F95368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log1p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CAC063-026A-4B84-884E-41082770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744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3DF74E-5CC0-4EE6-B92C-3E6B5DD0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2044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聚类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FAD7E4-E820-4F85-9A90-653E4F8F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A34EC-2393-4175-BE66-D47BB678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6BDBAB-EF96-448E-91E9-0A57C8E5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706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761C80-F05A-4E35-BD3B-C6D87214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006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B47138-A3A2-40AF-9584-9B86CC84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15103C-19C5-4B8A-83C1-AFF5F801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SVG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73F82F-0AF0-4F08-B376-BF8E35FD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2789D5-0405-462D-BB04-E0E17A1A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7969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C9F724-C9C7-4B10-AE28-9610CB9A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EC3D97-FCBD-4538-85CF-D2314A19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继承单细胞分析的预处理、降维、聚类和 marker gene 思路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C2BB87-8222-4907-A24B-D616756F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C12F51-5B9C-492C-B1B6-18DB6265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加入空间坐标后，需要观察 cluster 和基因表达是否对应组织空间结构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8592C1-68D4-4405-A41F-2941FFA9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D4CB32-FBE8-4E6D-BF27-C308A426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解释阶段必须回到图表、统计摘要和数据质量边界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982314-A0DE-4655-A576-9FE5D27A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A220A1-1B27-4223-9F97-DD545E84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4A71C1-6B33-45C2-B762-2FFEBAAC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Sources: Scanpy (Genome Biology 2018), Squidpy (Nature Methods 2022), Bioconductor OSTA.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DE64CE-74CF-426D-AA1E-605FE558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26079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63A9D1-30DD-4E13-BC03-8135D71D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FF4CE-4A12-4FDB-9EE6-7059C2C1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为什么重要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f86fc4b014424f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>
              <a:gd name="adj" fmla="val 387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31424E-D973-4F2F-ABD1-D34316AB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E2CF90-F409-45EC-A901-BDF143FB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CDDA4-B189-4C12-8D64-4EF09E25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095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total counts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detected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mitochondrial fraction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spatial coordinates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49D6F-DD89-490D-81E0-4285D599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CB977-EEFE-4603-A9A8-9E400455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D912F0-4B2A-41BA-B3AC-0DED65E3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count-like / normalized / scaled / 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先判定来源，再解释 marker / gene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5FE231-4EBA-4287-8226-8A9EA008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7AB24F-131B-49BB-B1BB-20CEBE75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959DF-CF6A-49CF-8E3B-367E4473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C62C0-E953-4C92-ABFD-32CF93A3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91170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0FC7ED-4B40-4ADF-A66F-FAF8168C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7D5FB-6566-4FAD-A61F-FF362515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降维、聚类和空间可视化如何配合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14fbfd1c6480f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2844fd95749f2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e9b37df4b04225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6FF57-27FC-42F3-B2D8-00083389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E5D7F-6A73-4693-AA2B-E936AED7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CD939-44EB-48A8-B059-A055BF4A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35D32-8C66-4782-8041-877ABBB7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01C64-8C0A-4D4B-AF79-A9BD3A3D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C7E000-E4AF-4B19-8A43-D931BBC5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F59A42-8775-48FA-8F98-ADC5C95F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89020A-5FB0-4561-97F8-BB2771E4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F88951-0E22-46FE-B4F5-9437B921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07DEC7-1642-45F2-B313-4BB1F865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F6D8FC-BB01-4A15-9C91-81376787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9421-7F47-44E6-89C4-CA6FFA24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B9BC44-2247-42C9-B40E-FF6826A8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59325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939A77-F84A-4BA8-A8D0-F4462E8F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49574-BC38-4B5B-B157-ECF05791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622E06-FBF2-42CF-A07E-42C4EE49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67740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7FBFA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2F641-F6B7-41C9-9B05-92A84A29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66975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62862-844D-4807-A4B4-13B50E74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54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A77553-95B7-4BAF-9D13-69494054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E932A6-81DE-4B12-A850-4A35B754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92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99F2C2-A5ED-43A3-BAF2-397A3FE3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111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42CC02-BB09-424A-BA4F-D2E94CC1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403235-C18B-41F2-85A9-E8FBAF1A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45D489-7E49-470D-85CC-53F7B07A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图表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EC0C5-6552-412F-87BA-6A5C7BAF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94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FAC78-C18D-4048-9B30-FA435976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19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FBC895-05A8-48C8-91BF-6C7C2DC7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9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统计摘要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5FD6B9-2B97-4071-AB85-9F372E0E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910A44-96ED-425E-ACC4-EF19BF5D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38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27E3A7-1170-49D9-A489-33FF97AD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308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Evidence 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C5E1DD-3A9C-41BC-B6D5-F7A73DDC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D58EB3-8E3F-41B4-BCD5-AF7BB029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57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35CFE2-B708-431E-9EAD-0767FEDA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27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谨慎解释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EF4FB6-1068-4B33-AC2E-709A235E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51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0BC9CD-C20F-4FE1-8277-EC498ADB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3A9FC1-B749-481D-9228-D1289CB1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641CCC-C8EC-41C9-A74A-5AE4795E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5C72EA-AAE1-46ED-B3E9-4D0C8296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cluster 不等于细胞类型，需要 marker 和外部知识支撑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91A515-41B8-47A8-91D2-C51DA850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CBC163-9A3C-4BF7-8F51-FA137C12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 ranking 是候选证据，不是最终注释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6FE3F2-49C9-41B9-90F2-F5B48DD3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EE81D9-17AC-4E0C-BEDD-842DFDCD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空间表达集中不等于因果机制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59C584-35BC-4DFE-969F-416517E2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E52B33-31AA-4ABF-AA87-99D07D03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必须被 evidence pack 限制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805D89-8928-426F-AB39-0876BD54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238750"/>
            <a:ext cx="7200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2F729E-6BDE-4824-AAB0-D9A88813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3400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rPr>
              <a:t>SpatialScope 的处理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505D2F-D25D-4790-A991-9BD5F9E9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1975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每条 finding 绑定 evidence IDs、quantitative support 与 caveats。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4F5781-C588-4D41-A072-3B3C857F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68698D-724A-4A38-8E89-7D36542D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Scientific interpretation principle: figures are evidence, not conclusions by themselves.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D5FB9C-F718-4862-B252-8B1D493D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7292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BA594D-3F84-411A-AC9F-BEE610A7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2F1ED-0079-42D4-8ABF-CC09471F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4C220A-188F-4BC5-94FB-EEBF2C57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FE5EA0-85CB-40BC-953F-89F484A2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1182BD-220A-4139-A7FC-B91440AE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研究问题需要手动翻译成代码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字段和表达层容易误用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失败后需要人工排查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CCEED-DF8A-4568-9E4A-4A98F0FA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09EE5-FF5F-4E14-B7DF-79B15097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4409D-F289-46DA-B87C-257276A8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先检查数据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生成可审阅计划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用确定性工具执行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校验结果和表达层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C4A62-E524-425C-87A6-0D8E40B64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F11575-853C-46CF-9308-0EC5D12D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60CA34-0DAA-4097-910D-E458A5E7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039118-4A00-46B4-B026-AF624AFB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CF341F-934A-4716-9FD1-68C0A078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09926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2C1F5D-7751-4BF5-8DC8-03F12541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17722-B98A-41D0-BD2D-2898338C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5FAAB-A286-4CE4-BA4C-046E256B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1DBAE-0F85-496F-8A8E-7850737D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LLM sidecar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9CF9A-C9BF-4C9D-B348-4E227D29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理解问题 · 补全计划 · 解释 evidence pack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DFC66-49FF-4953-9CD1-940C40AA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6D1FB-CF19-4ECF-B76F-A2C10BEF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State /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396606-FAEE-43C0-808A-5DB86534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trace · metadata · parameters ·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9797F-8767-4EB4-9E33-FCB80F21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290951-FE8E-40D4-B015-AB7161D5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92FED6-D918-4BA2-905B-87729DAC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 state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F609F6-D568-40DA-A5E9-7410BDDE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102870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FEDE6-822E-40DE-8CE1-B321414C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90875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5973A1-70C5-498A-B302-7539BD07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7161DE-974D-4186-969F-4181BE93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48450-53E4-426D-BB17-7E3A20A9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14BEF7-C12B-462C-BB91-E3574669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5D441D-969C-415F-A3DD-71B54E57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C702C6-D826-4D28-9C72-C201882C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EB46AF-8A75-4329-892E-92A1AD39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输入检查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400F92-353C-4E4B-8948-FC11743F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138942-BFB3-43D9-8240-56E21F86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任务解析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6410D0-F6A5-4986-B3B9-DDEF26CE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04F6C8-7603-4A15-BD21-E824F4B5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方案审阅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23D7AE-3F41-462D-9BDD-B88E7E53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73DCD-7348-4D89-8890-34930122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工具执行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46A000-AB72-480D-ACAD-C188F6AE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122EB-B63F-4A09-B9B9-7F57B926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校验修复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A3649C-CFAE-405D-9823-D79FA2D5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AB85D7-C497-4A2E-8D4D-139E93AB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FD1236-7638-48F0-A95D-8EE38D05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B20FF2-A1EF-4A17-A0E6-CA14A940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确定性工具层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431A42-AE3C-4821-A34D-066720B6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/ AnnData / figures / tables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56C909-4652-4C6C-8540-98C2BE5B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AF122E-496C-44F2-A12C-F1CC5812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解释边界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91BB9F-D857-4C1F-BCAC-6C31F109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9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LLM 不直接读取完整表达矩阵；只解释 evidence pack。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D21AFE-23CC-4FDE-B9FC-F7D0FFC2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95900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数值计算由工具层完成；解释必须回到可追踪证据。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424A25-710C-4168-8FB6-EB87F220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0DCB5C-ECF9-413A-9612-592B99BB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architecture implemented with LangGraph state machine.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B4262B-2AFD-4ED6-A119-51C957E6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097928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8CFC09-2C15-4FAA-B204-EED91C6C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A8308-2F36-4FB7-A0FB-47B0A78D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8A7667-5282-46E7-9E13-972BB260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D0516-ABE6-4A55-95E9-24D2EDBF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0F746D-B561-4933-9FC3-E2CD2F36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4661A1-DE1C-49CB-9B46-3C9F1181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inspect_dataset</a:t>
            </a:r>
          </a:p>
        </p:txBody>
      </p:sp>
      <p:cxnSp>
        <p:nvCxnSpPr>
          <p:cNvPr id="3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FDAA4E-DF28-4BD1-8292-D5CE3632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50039D-3A98-45FA-BA33-9A37285A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quality_control</a:t>
            </a:r>
          </a:p>
        </p:txBody>
      </p:sp>
      <p:cxnSp>
        <p:nvCxnSpPr>
          <p:cNvPr id="41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42B47B-85F4-4E0F-8FF3-09C40F61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18450F-49F2-450E-AB6F-A7D980AF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preprocess</a:t>
            </a:r>
          </a:p>
        </p:txBody>
      </p: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80027E-9243-4DAD-B1EE-FD9488B8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0F55C9-7CCE-4C34-A950-CA515270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cluster</a:t>
            </a:r>
          </a:p>
        </p:txBody>
      </p:sp>
      <p:cxnSp>
        <p:nvCxnSpPr>
          <p:cNvPr id="47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11E890-0FBE-45D7-9B9F-697FF7CC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54CE90-BACB-439F-BCF1-4B43140F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spatial_plot</a:t>
            </a:r>
          </a:p>
        </p:txBody>
      </p:sp>
      <p:cxnSp>
        <p:nvCxnSpPr>
          <p:cNvPr id="50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C7D81E-FE67-4D8E-9938-9E325D9B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256EC1-DDBE-45C9-8961-DD35CFEF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gene_panel</a:t>
            </a:r>
          </a:p>
        </p:txBody>
      </p:sp>
      <p:cxnSp>
        <p:nvCxnSpPr>
          <p:cNvPr id="5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A51436-8F54-4A77-B957-2DEDBA91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266F69-0F22-4A18-A974-10ECF92B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rank_markers</a:t>
            </a:r>
          </a:p>
        </p:txBody>
      </p:sp>
      <p:cxnSp>
        <p:nvCxnSpPr>
          <p:cNvPr id="56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517FE-049C-4F78-B670-331A4F99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5B8D8F-51AA-44AF-B43E-AF38A8E1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interpret / report</a:t>
            </a:r>
          </a:p>
        </p:txBody>
      </p:sp>
      <p:cxnSp>
        <p:nvCxnSpPr>
          <p:cNvPr id="59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6FB83-C0C1-4E52-98B5-545F5E9F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CBBD15-395F-48A2-92CD-6478237F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298F50-9473-4BCA-9B2A-3DF58E2D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3338124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F6AB97-05A1-49E6-8025-79B16D1A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1C2F39-C34F-48C7-8918-E809ED41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浏览器产品流程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9c285a80e4cab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144780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ef1d85f884e98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144780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2076a92424365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390525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51e2a7b9470b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390525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7F44D5-C45A-4FAC-B016-1B4B2FEF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200150"/>
            <a:ext cx="1619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Project: 数据 + 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7EC99D-C44B-48E3-95AA-76625636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001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Run: live events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D8BA67-061B-4349-B787-EFD9A7F8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1809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Explore: Spatial + UMAP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DC8A2E-E533-44F3-8C76-0B4598AE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57600"/>
            <a:ext cx="2000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Report: evidence + caveats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9A3B4A-CBE8-49EF-818B-FA1C278D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887187-AB22-41FB-ACB1-1B122ED0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Browser-visible workflow in Streamlit.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B4F46-02FA-4A79-90B5-1CB5652A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783908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C2E611-D4AB-4745-8C67-65DCA890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3798E-B393-488B-989F-82B801A4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Demo 展示路径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596B78-7E4A-4982-A14F-86E709AE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64BCD-4066-4B49-8AA9-E27453FB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19275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79194-BCE7-42DF-B0AF-7B912869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2B71F-D8CC-452B-82B9-A4D69984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88AC6-AA44-4CFA-9507-E059652A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5E5D8B-F0E2-4B7C-B9BA-E4D2E3D0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A8203-8F12-4898-88A0-CD78BEA5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9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0246D8-7DEE-4733-AD0C-20A2D36C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14651A-03E3-4D86-B83E-C43F7BD5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打开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3EF32C-4326-4BAF-AFE3-2D50F41E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92CBB0-CFF4-428E-9E8B-DB4691AA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胚胎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65FC50-3938-4BD0-A12F-451C9219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FF5CBE-85E0-49D5-88E1-4CC0967E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生成方案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F8267B-CCDB-4DB0-8AA7-B3789C37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7F9CA4-5BE3-418B-B125-A6FA3DA0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批准运行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B5CBB6-1E4D-4914-A1DC-F5BACEBB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5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2D40FC-0345-4AE4-A343-38E5AF5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 提问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2FE780-9F29-4C9A-87D0-C2E3D378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3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606DD-9C23-4C1E-BD30-E3186D57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6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 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57F76F-AFFF-49CD-9950-00E12386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C0F392-41A1-4888-AC72-14F7A9CB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Dataset card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97B63B-9D30-4E08-8BD5-EB38F8FB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240 spots · 80 genes · spatial coordinates · count-like expression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313215-5010-40B0-8DD7-52000ADA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548ECD-E30F-4883-B082-C52847E3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Analysis plan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18970D-9879-4393-9033-3F5C03B4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QC -&gt; preprocess -&gt; PCA/UMAP/Leiden -&gt; spatial plot -&gt; gene panel -&gt; marker ranking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FE0339-9FCA-4699-8657-3AA5DF60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DDCB7B-2588-43C9-9D5F-C42E3EF3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Copilot question 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8C32AC-9116-471E-8CEC-0AA3CC3D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哪个 cluster 的 Sox17 平均表达最高？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216A1F-407E-4BB3-A922-51D2E5BA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B8AF08-AFD7-45A9-B24A-AB355ADB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Copilot question 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0D3916-03C4-44FC-A78C-9A3E5F54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Pou5f1 是否集中在某些 cluster？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请给出证据和局限。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B0628A-60FD-4FE9-802C-9C0C6E5C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每一步都对应标准分析流程：理解数据、执行分析、回到证据复核。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8BC0F1-12DF-47E0-A48A-7A92CA45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A1991B-9B70-4819-B021-7910F4DF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Live app: https://spatialscope-seu.streamlit.app/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55B8DF-CB1F-49D2-9728-64A3E85B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648213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A49B88-9DFD-49E9-BE46-61734D3E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2388BD-F64D-46AD-9262-3AF7B9E3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786ABE-5DCB-459E-ADAA-9E3EFB6F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6301DE-10D0-4EE0-B426-B27E43FC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F4E37-1EAD-4A61-8A2F-7DAB745E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GSM9046244 ... stereo_rep2.h5ad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8190 spots · 16364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X_spatial -&gt; spatial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7 Leiden clusters · 0 warnings · 0 errors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a7cea8b7c472f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fcb1ec5201493d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8cd193a4d4fbd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028C31-638F-4CF5-9494-F92AFE9D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真实数据验证证明系统能处理真实 AnnData、真实坐标字段和更复杂的表达层状态。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D1036-0B0A-491C-B34E-0BEBED68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11FAFD-65B0-4CE9-8EC9-039026D6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1F595-3751-405C-8092-D0A1EE04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764640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7440F9-5DC9-4CAD-A2C8-C876DAB4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31463-F49D-4866-BF2A-7AB82935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1443D-2A34-4B9B-8DFD-B6964D4A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23EA6-B9B8-43DC-9B78-C43A5766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3598C-CB59-4B83-B802-043B55BC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比较胚胎阶段空间区域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4D848-EF6E-45E3-830C-E32CA321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D5FD1-A813-44B9-9A41-BB012BAA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E54070-3B00-4703-AFE5-78E81D63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识别 tumor / immune / stromal regions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760C3-E5A4-4384-9F03-FEE6F8B3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16C0A-D4C3-4B2B-A9EB-C5EFD39D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4FFC9F-1EF4-4294-BECB-A551417A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整合组织结构、空间表达和 cluster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D8FD4-9EBD-4C46-B41D-85616067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A7C5DE-3007-4B30-AC3F-7F189848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C9E85A-C961-4C8A-8B60-4A95B4A9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33600"/>
            <a:ext cx="190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自然语言提出问题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577AC-B98B-4974-AFE7-4C82DDFF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413C7-4D41-4D8C-B3F8-74B81466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05250"/>
            <a:ext cx="750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D71ACE-BF21-4993-A1DC-2E7BF250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191000"/>
            <a:ext cx="750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2A79E9-8974-4F8F-9209-D3657ADE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2CA786-E987-4D08-8166-A37321B2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1636E4-6669-4697-87AD-FBDFA66A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64F570-1BE0-4F2B-88E7-68B88741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331443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16f5b945fa47a2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C76AF8-22FA-4893-A548-190E5AB4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82EC1-F3A3-48C0-8FE7-258A3A65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4361A-294B-4327-933A-7D7780C1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理解数据结构和标准流程，是项目基础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2DC5A-3D3C-4965-8324-59E920FC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903A91-F59D-408E-858D-F025B318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用 LangGraph 组织计划、执行、校验、修复和报告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E250F-F9ED-4D83-B4A6-33C6FB23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A4CAD-265E-425B-AB31-A3E8DD8B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只解释 evidence pack，不替代数值分析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5974FE-400C-4A8F-B89B-2B43F7E3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F3B36-A171-4744-A075-AAD2AF7F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8600"/>
            <a:ext cx="779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80117-7EB5-4363-8ECE-1B316CDF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24350"/>
            <a:ext cx="779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E33BF8-1B6B-41D4-B186-C9EED704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2006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76B6E-071C-45A1-8667-0E90F628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86EE6-FD19-4518-B131-5B7C5089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E3C01-9FB7-4E4D-A158-761E4808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091235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2026-06-25T18:29:52.9150000Z</dcterms:created>
  <dcterms:modified xsi:type="dcterms:W3CDTF">2026-06-25T18:29:52.9150000Z</dcterms:modified>
</coreProperties>
</file>