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9a4175d975475c" /><Relationship Type="http://schemas.openxmlformats.org/officeDocument/2006/relationships/extended-properties" Target="/docProps/app.xml" Id="Rbe1fadb3bad6457f" /><Relationship Type="http://schemas.openxmlformats.org/officeDocument/2006/relationships/officeDocument" Target="/ppt/presentation.xml" Id="R94304f58c0834b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5103b1a6004870"/>
  </p:sldMasterIdLst>
  <p:notesMasterIdLst>
    <p:notesMasterId xmlns:r="http://schemas.openxmlformats.org/officeDocument/2006/relationships" r:id="R4159dd3c98014327"/>
  </p:notesMasterIdLst>
  <p:sldIdLst>
    <p:sldId xmlns:r="http://schemas.openxmlformats.org/officeDocument/2006/relationships" id="256" r:id="Rab5b7e02982346c9"/>
    <p:sldId xmlns:r="http://schemas.openxmlformats.org/officeDocument/2006/relationships" id="257" r:id="R8b280aaba7534320"/>
    <p:sldId xmlns:r="http://schemas.openxmlformats.org/officeDocument/2006/relationships" id="258" r:id="R704ccec62b4d4f86"/>
    <p:sldId xmlns:r="http://schemas.openxmlformats.org/officeDocument/2006/relationships" id="259" r:id="Rf9b53d6489d547ee"/>
    <p:sldId xmlns:r="http://schemas.openxmlformats.org/officeDocument/2006/relationships" id="260" r:id="R2e1a8bec129a49da"/>
    <p:sldId xmlns:r="http://schemas.openxmlformats.org/officeDocument/2006/relationships" id="261" r:id="R0915b249c3534d6d"/>
    <p:sldId xmlns:r="http://schemas.openxmlformats.org/officeDocument/2006/relationships" id="262" r:id="Rbcb75c586d37472f"/>
    <p:sldId xmlns:r="http://schemas.openxmlformats.org/officeDocument/2006/relationships" id="263" r:id="R8db0a0d6e1794c7e"/>
    <p:sldId xmlns:r="http://schemas.openxmlformats.org/officeDocument/2006/relationships" id="264" r:id="R008dc966e18a44bc"/>
    <p:sldId xmlns:r="http://schemas.openxmlformats.org/officeDocument/2006/relationships" id="265" r:id="R451752c9c0604b70"/>
    <p:sldId xmlns:r="http://schemas.openxmlformats.org/officeDocument/2006/relationships" id="266" r:id="R4fbf6a1c39ff41f4"/>
    <p:sldId xmlns:r="http://schemas.openxmlformats.org/officeDocument/2006/relationships" id="267" r:id="R65891afe3b624c4d"/>
    <p:sldId xmlns:r="http://schemas.openxmlformats.org/officeDocument/2006/relationships" id="268" r:id="R252e7fe3df134de2"/>
    <p:sldId xmlns:r="http://schemas.openxmlformats.org/officeDocument/2006/relationships" id="269" r:id="R6ec147d37f184ef3"/>
    <p:sldId xmlns:r="http://schemas.openxmlformats.org/officeDocument/2006/relationships" id="270" r:id="Rd4adc73082d840f5"/>
    <p:sldId xmlns:r="http://schemas.openxmlformats.org/officeDocument/2006/relationships" id="271" r:id="R10ab3d04e981478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5f596a0cbf4598" /><Relationship Type="http://schemas.openxmlformats.org/officeDocument/2006/relationships/slideMaster" Target="/ppt/slideMasters/slideMaster1.xml" Id="Re75103b1a6004870" /><Relationship Type="http://schemas.openxmlformats.org/officeDocument/2006/relationships/notesMaster" Target="/ppt/notesMasters/notesMaster1.xml" Id="R4159dd3c98014327" /><Relationship Type="http://schemas.openxmlformats.org/officeDocument/2006/relationships/presProps" Target="/ppt/presProps.xml" Id="R6ab5cb57d08f48f5" /><Relationship Type="http://schemas.openxmlformats.org/officeDocument/2006/relationships/tableStyles" Target="/ppt/tableStyles.xml" Id="Rec7c39ab5bdf4956" /><Relationship Type="http://schemas.openxmlformats.org/officeDocument/2006/relationships/slide" Target="/ppt/slides/slide1.xml" Id="Rab5b7e02982346c9" /><Relationship Type="http://schemas.openxmlformats.org/officeDocument/2006/relationships/slide" Target="/ppt/slides/slide2.xml" Id="R8b280aaba7534320" /><Relationship Type="http://schemas.openxmlformats.org/officeDocument/2006/relationships/slide" Target="/ppt/slides/slide3.xml" Id="R704ccec62b4d4f86" /><Relationship Type="http://schemas.openxmlformats.org/officeDocument/2006/relationships/slide" Target="/ppt/slides/slide4.xml" Id="Rf9b53d6489d547ee" /><Relationship Type="http://schemas.openxmlformats.org/officeDocument/2006/relationships/slide" Target="/ppt/slides/slide5.xml" Id="R2e1a8bec129a49da" /><Relationship Type="http://schemas.openxmlformats.org/officeDocument/2006/relationships/slide" Target="/ppt/slides/slide6.xml" Id="R0915b249c3534d6d" /><Relationship Type="http://schemas.openxmlformats.org/officeDocument/2006/relationships/slide" Target="/ppt/slides/slide7.xml" Id="Rbcb75c586d37472f" /><Relationship Type="http://schemas.openxmlformats.org/officeDocument/2006/relationships/slide" Target="/ppt/slides/slide8.xml" Id="R8db0a0d6e1794c7e" /><Relationship Type="http://schemas.openxmlformats.org/officeDocument/2006/relationships/slide" Target="/ppt/slides/slide9.xml" Id="R008dc966e18a44bc" /><Relationship Type="http://schemas.openxmlformats.org/officeDocument/2006/relationships/slide" Target="/ppt/slides/slide10.xml" Id="R451752c9c0604b70" /><Relationship Type="http://schemas.openxmlformats.org/officeDocument/2006/relationships/slide" Target="/ppt/slides/slide11.xml" Id="R4fbf6a1c39ff41f4" /><Relationship Type="http://schemas.openxmlformats.org/officeDocument/2006/relationships/slide" Target="/ppt/slides/slide12.xml" Id="R65891afe3b624c4d" /><Relationship Type="http://schemas.openxmlformats.org/officeDocument/2006/relationships/slide" Target="/ppt/slides/slide13.xml" Id="R252e7fe3df134de2" /><Relationship Type="http://schemas.openxmlformats.org/officeDocument/2006/relationships/slide" Target="/ppt/slides/slide14.xml" Id="R6ec147d37f184ef3" /><Relationship Type="http://schemas.openxmlformats.org/officeDocument/2006/relationships/slide" Target="/ppt/slides/slide15.xml" Id="Rd4adc73082d840f5" /><Relationship Type="http://schemas.openxmlformats.org/officeDocument/2006/relationships/slide" Target="/ppt/slides/slide16.xml" Id="R10ab3d04e98147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18217e92b54c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f146f145284fc4" /><Relationship Type="http://schemas.openxmlformats.org/officeDocument/2006/relationships/notesMaster" Target="/ppt/notesMasters/notesMaster1.xml" Id="Re1c7e86013b244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b6f32ea5de498e" /><Relationship Type="http://schemas.openxmlformats.org/officeDocument/2006/relationships/notesMaster" Target="/ppt/notesMasters/notesMaster1.xml" Id="R2647fe6ac8d247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b4a137b9654c97" /><Relationship Type="http://schemas.openxmlformats.org/officeDocument/2006/relationships/notesMaster" Target="/ppt/notesMasters/notesMaster1.xml" Id="R9e0e2918470240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36eaef30654336" /><Relationship Type="http://schemas.openxmlformats.org/officeDocument/2006/relationships/notesMaster" Target="/ppt/notesMasters/notesMaster1.xml" Id="R29c757f1d3844b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638c6259534a0f" /><Relationship Type="http://schemas.openxmlformats.org/officeDocument/2006/relationships/notesMaster" Target="/ppt/notesMasters/notesMaster1.xml" Id="Ra6d15effa6be4d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80cdf6380f4f2e" /><Relationship Type="http://schemas.openxmlformats.org/officeDocument/2006/relationships/notesMaster" Target="/ppt/notesMasters/notesMaster1.xml" Id="R2084e68552704e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7cab0e08084dce" /><Relationship Type="http://schemas.openxmlformats.org/officeDocument/2006/relationships/notesMaster" Target="/ppt/notesMasters/notesMaster1.xml" Id="R9e8a04dd66904f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b3f106b2704384" /><Relationship Type="http://schemas.openxmlformats.org/officeDocument/2006/relationships/notesMaster" Target="/ppt/notesMasters/notesMaster1.xml" Id="R7c0838dafa9844e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e267c276bbb4902" /><Relationship Type="http://schemas.openxmlformats.org/officeDocument/2006/relationships/notesMaster" Target="/ppt/notesMasters/notesMaster1.xml" Id="Re65c6cf550af4c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cfe69e69634e2f" /><Relationship Type="http://schemas.openxmlformats.org/officeDocument/2006/relationships/notesMaster" Target="/ppt/notesMasters/notesMaster1.xml" Id="R64862a882df044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3cd78931a44f8c" /><Relationship Type="http://schemas.openxmlformats.org/officeDocument/2006/relationships/notesMaster" Target="/ppt/notesMasters/notesMaster1.xml" Id="Rcb37dfbc1eee4d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a40f21502546fb" /><Relationship Type="http://schemas.openxmlformats.org/officeDocument/2006/relationships/notesMaster" Target="/ppt/notesMasters/notesMaster1.xml" Id="Re78f5e917c4d41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d1a8c96899a4627" /><Relationship Type="http://schemas.openxmlformats.org/officeDocument/2006/relationships/notesMaster" Target="/ppt/notesMasters/notesMaster1.xml" Id="R84ac0aba37794b1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b30a1e110f486e" /><Relationship Type="http://schemas.openxmlformats.org/officeDocument/2006/relationships/notesMaster" Target="/ppt/notesMasters/notesMaster1.xml" Id="R41dc7ba4914d4a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a17a827f5d4b50" /><Relationship Type="http://schemas.openxmlformats.org/officeDocument/2006/relationships/notesMaster" Target="/ppt/notesMasters/notesMaster1.xml" Id="R2fa0ae3cec31479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b5b9838f2b4eb9" /><Relationship Type="http://schemas.openxmlformats.org/officeDocument/2006/relationships/notesMaster" Target="/ppt/notesMasters/notesMaster1.xml" Id="R9bbd30bbc2b347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今天我会先讲空间转录组数据和常规分析流程，再介绍我如何把这个流程做成一个可交互、可追踪、可解释的 Agent。重点不是单个算法，而是把标准分析流程组织成一个可靠系统。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空间转录组的关键不是多一个坐标，而是让表达矩阵重新回到组织结构中。普通转录组回答表达了什么，单细胞回答有哪些状态，空间转录组进一步回答这些状态在哪里。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这里强调数据结构。X 是表达矩阵，obs 和 var 是 metadata，obsm spatial 存坐标，raw 和 layers 存不同表达层。这也是为什么 Agent 必须先检查数据。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不同平台的数据对象不完全一样。一个好的 Agent 不能只适配一种 toy data，要围绕表达矩阵加空间坐标这个共同结构设计，同时对平台差异保持谨慎。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这套流程继承了单细胞分析的一部分方法，同时加入空间坐标和组织结构信息。后面我的 Agent 就是把这些步骤拆成工具并组织成流程。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QC 不是形式步骤。后面所有聚类、marker、空间解释都依赖它。尤其是表达层判断，如果把 scaled matrix 当 counts 解释，就会产生伪结论。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UMAP 回答表达状态是否相似，Spatial 图回答这些状态在组织中在哪里。gene panel 再看目标基因是否具有空间区域性。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空间转录组的解释很容易讲过头。cluster 不是细胞类型，空间表达集中也不是因果机制。所以项目里每条解释都要有 evidence ID 和 caveat。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的价值不是替代 Scanpy 或 Squidpy，而是把分析流程组织起来。先检查数据，再生成计划，再执行工具，再根据证据解释。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 LLM 不是直接拿矩阵做计算，而是负责理解问题、补全计划、解释 evidence pack。数值计算交给工具层。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 Agent 不是空泛概念，而是把标准空间转录组流程拆成明确工具契约。每一步都有对应工具和可追踪输出。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四个页面对应用户真实分析顺序。Project 先理解数据，Run 看执行过程，Explore 看图和问 Copilot，Report 看 findings 和 caveats。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时不要只说按钮怎么点。每一步都回到标准流程：检查数据、生成计划、执行工具、看 Spatial 和 UMAP、用 evidence IDs 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真实数据验证不是为了给出完整生物学结论，而是证明系统能处理真实 AnnData、真实坐标字段和真实表达层状态。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这一页很重要：把项目拓展到真实科研。它可以用于发育、肿瘤微环境、病理切片探索和教学复现，但不能替代专家注释，也不能把 marker 当作机制证明。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最后总结三点：空间转录组数据和流程是基础；SpatialScope 把流程转成 LangGraph Agent；LLM 用于 evidence-grounded interpretation，不替代数值分析。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153463661e43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30f1e84bb7405e" /><Relationship Type="http://schemas.openxmlformats.org/officeDocument/2006/relationships/slideLayout" Target="/ppt/slideLayouts/slideLayout1.xml" Id="R2876fc09d17543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76fc09d17543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60f38fc754143" /><Relationship Type="http://schemas.openxmlformats.org/officeDocument/2006/relationships/image" Target="/ppt/media/image.png" Id="Re10c65c48b674cc8" /><Relationship Type="http://schemas.openxmlformats.org/officeDocument/2006/relationships/image" Target="/ppt/media/image2.png" Id="R9c64368c978a4336" /><Relationship Type="http://schemas.openxmlformats.org/officeDocument/2006/relationships/notesSlide" Target="/ppt/notesSlides/notesSlide1.xml" Id="R615079959ae44a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877e4dafc4750" /><Relationship Type="http://schemas.openxmlformats.org/officeDocument/2006/relationships/notesSlide" Target="/ppt/notesSlides/notesSlide2.xml" Id="R1016910f686c4d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82f04bb1c4bbd" /><Relationship Type="http://schemas.openxmlformats.org/officeDocument/2006/relationships/notesSlide" Target="/ppt/notesSlides/notesSlide3.xml" Id="R5463b0ad89364c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be034daaf4195" /><Relationship Type="http://schemas.openxmlformats.org/officeDocument/2006/relationships/notesSlide" Target="/ppt/notesSlides/notesSlide4.xml" Id="Ra94f8ffb883040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1a4bf75554bf6" /><Relationship Type="http://schemas.openxmlformats.org/officeDocument/2006/relationships/notesSlide" Target="/ppt/notesSlides/notesSlide5.xml" Id="R82eb8bdfae6840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f03468b8748ea" /><Relationship Type="http://schemas.openxmlformats.org/officeDocument/2006/relationships/image" Target="/ppt/media/image3.png" Id="Rb94ab0c3c20844a1" /><Relationship Type="http://schemas.openxmlformats.org/officeDocument/2006/relationships/notesSlide" Target="/ppt/notesSlides/notesSlide6.xml" Id="Rfb272c2520e543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3b53f37b24b46" /><Relationship Type="http://schemas.openxmlformats.org/officeDocument/2006/relationships/image" Target="/ppt/media/image4.png" Id="Rb470b52d87384469" /><Relationship Type="http://schemas.openxmlformats.org/officeDocument/2006/relationships/image" Target="/ppt/media/image5.png" Id="R228fcf9ccd7d491d" /><Relationship Type="http://schemas.openxmlformats.org/officeDocument/2006/relationships/image" Target="/ppt/media/image6.png" Id="R690b2b961bcc4051" /><Relationship Type="http://schemas.openxmlformats.org/officeDocument/2006/relationships/notesSlide" Target="/ppt/notesSlides/notesSlide7.xml" Id="Rc149c9b5c8f844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a2f823c8b4f53" /><Relationship Type="http://schemas.openxmlformats.org/officeDocument/2006/relationships/notesSlide" Target="/ppt/notesSlides/notesSlide8.xml" Id="R4ca6d006e70c4f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8cb3c119bd4c7b" /><Relationship Type="http://schemas.openxmlformats.org/officeDocument/2006/relationships/notesSlide" Target="/ppt/notesSlides/notesSlide9.xml" Id="R973934c1b42842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8cd2dd0d745ea" /><Relationship Type="http://schemas.openxmlformats.org/officeDocument/2006/relationships/notesSlide" Target="/ppt/notesSlides/notesSlide10.xml" Id="R96eb84ec629746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eafc86d3d4206" /><Relationship Type="http://schemas.openxmlformats.org/officeDocument/2006/relationships/notesSlide" Target="/ppt/notesSlides/notesSlide11.xml" Id="Raf406bd4888844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eca31f1b94d1d" /><Relationship Type="http://schemas.openxmlformats.org/officeDocument/2006/relationships/image" Target="/ppt/media/image7.png" Id="Ree3cd186d649461e" /><Relationship Type="http://schemas.openxmlformats.org/officeDocument/2006/relationships/image" Target="/ppt/media/image8.png" Id="Rcec4d5e8dce64552" /><Relationship Type="http://schemas.openxmlformats.org/officeDocument/2006/relationships/image" Target="/ppt/media/image9.png" Id="R79164946e7de4bd4" /><Relationship Type="http://schemas.openxmlformats.org/officeDocument/2006/relationships/image" Target="/ppt/media/image10.png" Id="Rd14b14be634b46f0" /><Relationship Type="http://schemas.openxmlformats.org/officeDocument/2006/relationships/notesSlide" Target="/ppt/notesSlides/notesSlide12.xml" Id="Ra9cd64312e0e40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fec18219ff4724" /><Relationship Type="http://schemas.openxmlformats.org/officeDocument/2006/relationships/notesSlide" Target="/ppt/notesSlides/notesSlide13.xml" Id="Rfa0df2a8974e453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f932a00c14040" /><Relationship Type="http://schemas.openxmlformats.org/officeDocument/2006/relationships/image" Target="/ppt/media/image11.png" Id="R5e73dab6bb1f4ee1" /><Relationship Type="http://schemas.openxmlformats.org/officeDocument/2006/relationships/image" Target="/ppt/media/image12.png" Id="R0088f42699cc452d" /><Relationship Type="http://schemas.openxmlformats.org/officeDocument/2006/relationships/image" Target="/ppt/media/image13.png" Id="R26293b51290a4735" /><Relationship Type="http://schemas.openxmlformats.org/officeDocument/2006/relationships/notesSlide" Target="/ppt/notesSlides/notesSlide14.xml" Id="Ra46545fdc13b4a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3d0669f14b4d66" /><Relationship Type="http://schemas.openxmlformats.org/officeDocument/2006/relationships/notesSlide" Target="/ppt/notesSlides/notesSlide15.xml" Id="R40dc6a1318774c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325f79d02448e" /><Relationship Type="http://schemas.openxmlformats.org/officeDocument/2006/relationships/image" Target="/ppt/media/image14.png" Id="R3ffebcf5ed3b49e0" /><Relationship Type="http://schemas.openxmlformats.org/officeDocument/2006/relationships/notesSlide" Target="/ppt/notesSlides/notesSlide16.xml" Id="Rc2c523d306994b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497378D-7079-4EC1-BA75-F7D81F37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3D6F95-046A-4364-94B3-88911104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0c65c48b674cc8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E2F09-F5CB-4219-B051-1CEC0703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86B7A-3C6B-4B66-90F6-AD815FF9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22000A-6B5C-43F6-A777-C51728C1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计算生物学期末大作业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4368c978a4336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A2CF9-FD4E-4DB2-AA00-FCE10490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18FB3-EF9B-4E6C-B622-246D1C24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汇报逻辑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230EB0-1655-484B-BCB9-E882D306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先讲空间转录组数据与标准流程，再说明如何做成可审阅、可追踪、证据约束的科研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929E9-1D98-457E-BFC3-C75DA509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6AD81-F3D5-4735-A265-F5540E18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B350F-E054-4077-A478-DB29B96A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2E441-D61C-484E-9B12-8F947967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FCFC6E-C517-484A-A667-B3230EA8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4A876-A084-49E6-BE82-E87A7298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0C08BD-7C30-411B-937D-95890499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541410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7D0A92-4FCE-493E-9807-04590BE6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1E3ED8-C742-40AA-B647-09C99518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25F6A-DD68-4B6F-8844-19129838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133EB-EF2C-4343-A3E7-8E3B3F6F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38247-600A-4915-951D-BFF7701B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74646-E93C-4BDC-B315-7407C56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91368-B30A-4C31-9C02-3858E478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E56015-3CCC-426A-B19C-D8F791F0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5E6EA-C75E-4721-B3D3-01D45869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34A63C-67EF-43CC-BF05-D1FB05EB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62CC9-34D3-4C08-AAB2-26EF2932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0C867-2B90-43FD-BF1A-19143D56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A6BC6-D568-494E-9153-061E2DFCA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1E42E8-2690-4F89-B32F-129ED638B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882E3C-5093-4E14-B53B-3074CAF3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C08653-B5E2-4CFF-8F84-3353326C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F6586A-7C4E-4428-925A-39C60AE4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3671FD-BBEF-4A4F-933C-6337861D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AB3106-EF5A-4377-82D6-9BE776AF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C11E47-4BA0-476F-B771-F9C04530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0EC4AE-E7BD-4B58-8673-13A70759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509E8-CB75-4FEE-BAFF-7DCE6496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7A1E5C-0BD9-4778-A2E7-B60E3DFE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25920A-2CEF-4E66-ADD0-C6902047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7742FB-C6D9-4317-9124-C9A92613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F2C8CB-717F-4664-8124-55238A55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16C69B-44B1-458E-840E-5B71F4C8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E7682D-4119-4CE7-99B4-DD03D58C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B7C2B0-3CB3-47A9-BADC-A78FDDEF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845247-25C1-4B31-88B5-98D09FE9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ED86A4-1E8A-42B5-99E9-DF3FF16C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F5FC00-CC39-495A-BFAA-F92FE1F4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C27C60-298F-49D1-9C0F-72814C8A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CE61EE-84D5-4F50-B067-176F70C6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316FD9-2EA5-4198-A6D7-EFEBFE9AA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B2B68A-E17E-4439-8649-2E51C9D4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96B0DA-9C86-4AF5-9E9E-DFC303FA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173CBF-9AC3-4706-A291-243A0CB1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6DBA8B-5DA3-4ACA-9723-AC53A42B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C995E9-9A7F-4DAF-B51C-C47A01B5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95D9A03-DB6E-493B-A14B-1567EB3C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2D4F4A-B2CC-4FEE-AE88-CFCE8BDC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BD3AB3-73B6-433C-8743-0ACF6FB4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932516-E542-4E79-A255-C011A7EA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CA105C1-13C6-47EC-A438-8745CE79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2E1FAE-B4C8-4FE3-B20E-A9BEAE66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7B9DA2-3832-454C-8BB4-EF37F0DA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1C51494-1A42-4B3A-8E36-5F6D66464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935FC3-F44D-41A3-A902-6C04A939C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CA9D08E-402B-421C-8695-D4DA3DBB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8ECFE64-6619-4439-9A75-55A5F7DB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5CAC04-BF25-4B7C-83AD-B813FEDF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C0222C0-5529-4D53-AE92-C9E5FA5B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5EBE12-7095-4D60-9D9B-E5FCF032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952FCA-1F0C-4028-B6C5-3DACC74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7CB2446-BB7A-4F06-A3E7-218C524D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DE312E4-D73B-444F-8C04-B89A9B67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0641F60-4936-4A4A-A193-CD761BB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413DE6-BEDB-46AD-B110-FF8E7E7B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8F617A-6C65-4900-AA47-F94AAE8D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A0495A0-02F3-4022-BE18-C4E5F464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32E2F4-FFBC-4064-9BF7-0E41E5C7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A47FF70-8E31-4E4A-9D89-7A0EE75A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61A7391-E130-4A2E-B0C7-E050C097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6DB27E-B723-437C-9F68-EA5F51AC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945BFF-E69B-4BEC-A3F3-76CC497B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06B9F71-A37C-4341-984E-06AD007D2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FDD0DB-847D-41D2-A976-11B29874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5F548EF-EA84-414B-A0F8-66F4CB1A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35B8D63-5B16-43FE-8CB1-83E1A159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ECB2D7D-7730-443A-B09A-B90A125A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6570ABB-60BC-4A88-A218-6F43F18E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492D555-5952-42C5-A10C-1F792A7B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1FD2A6E-7E84-45C9-8E16-33469D85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DDC49B6-2E6F-4CCE-BC28-27A60357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0A6623C-0D2A-4890-8B92-C2B7501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100A799-DC9E-4FCA-A15F-09C5DC1D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F5A77C-2C37-466D-A71D-7626359E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F35BE85-0C41-4679-B14B-60B15C0E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DA7CA44-3BF7-4D66-B374-9257FB29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C670663-9E6A-4481-8FD9-DCD95E23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B2E74E5-27F1-45B5-B434-372F52A6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3594DA-4D21-4350-B6BB-B1BDDB67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0113E1D-A6B9-4EB4-9AD2-5C7583D7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51DEB6B-A981-404A-BAB3-8F0C94FF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8D279B7-04EC-4448-ADFF-A5A54817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33BBEBD-F5B8-4315-B374-0CFF320D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55F4916-CB5E-4581-965C-245A4038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9CFAC08-F347-4A8A-B8CC-6A9A1CF1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0EF8F7F-0A4E-4E70-9AC8-3FCE22D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23B9A54-9DFE-4580-A04D-16FAC511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80F24BB-93DA-48AE-80AD-FC5F0674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6FFCCB5-B1B3-4D56-B5FC-6A75CC19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42FAA49-0A0B-4FAB-A9CC-54356760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F8970B3-A47E-498C-9A62-920CEBF0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3958278-6F5A-4274-A0C7-7CE8B322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66C7703-ECC9-4478-A222-40931B66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AFAA629-FF26-482B-B3AB-CA412025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45A7C55-F830-43DB-B72C-777E878D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DC10D6C-C37B-45A2-9371-E4F5E7627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25E9221-5716-4F69-A1AE-24ED9193F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EC23AAE-2C87-4E58-9A12-DB492762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D4B7F12-8E37-40A2-A80E-8D1B5BF5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838436B-0C47-4D10-84B2-2EDB926D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9D11B32-9994-4A16-BF7A-B43F6001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0AD0DCD-9DF9-426E-A2AC-643C54CC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8220C6A-934C-4469-B619-64E1F67C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30F9B2C-B916-4380-AB55-73531A25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99C2DDC-2765-4B50-9B06-F4B8B5FB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465CC6A-5EA5-4D87-BC87-5C616C11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E213CA4-8103-4E7B-83D3-8866F761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D54EF27-18D7-40B4-8928-52BA778B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3357955-F741-4580-B798-6FEBF8B9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A6AB3FB-6E79-4A45-AB6D-1B2D283F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1BC3D83-B144-4451-BF36-6FCC9A69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15F9790-3794-40B1-AC90-2E428307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BA5B618-B82B-4BEB-B71D-DB7D38F1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D268183-CB73-41B9-8B49-1FDB8AA5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BEFBCFC-6262-4C8C-801F-BADEA1C7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A7FB82C-36D3-4D37-9649-348899C3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4F6101C-3167-431D-B68A-092EC312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1329414-7EEE-41CD-B73E-0631B3DC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D1EB987-7557-44BD-8B22-CBDF50B0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075070C-4AC3-460A-ACF6-24CA2198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85940E0-B15B-4889-96AF-7361368A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0D2C1E5E-D4C0-430B-85BD-6F68AB12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AB7175BD-F8D4-4A49-9E98-F3BE9107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B43642C-C9E2-4346-B441-FB5DFF7E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D601FCE-3781-48E2-AB1B-3CAAFD5E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8D0044D-FF6D-41F1-A1F7-A5DCF352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72A753E-2668-476D-955A-D81C21E8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E7D63FC-46DA-4880-805A-3E7C828D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BFE48875-CBA8-439D-8644-67EF27AF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EEB9BFA-7505-4708-8583-51D74EE9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178B66D-F4AA-46EC-BE2F-7BF105AA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7AB8B71-B1B6-4DCB-91C9-36A9DD50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1AFF118-13BC-4A09-AFA7-190992B8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E699ECE-E8FB-4B57-A6A4-A937AE76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D938278-A82A-4F7F-92C0-78A64AF6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B37AE31-67BD-4660-B03B-BE48DA1C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F322B8D-22B6-4F4D-BE72-062A6997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6B4D972-BA74-47D8-879E-9954F46F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CB3AD0A-CCF7-4033-A6A6-3C9A578C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B75434D-D4D4-40E9-8C52-37E9FAED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15D7559-0A4F-4711-A4E7-6A119106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6CE046E-ADE1-411D-BD08-02E7F928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70B7A88-4754-4314-AB1F-8B7AC1AB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1A22B4D2-8579-4549-8E83-EE8952E9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885CCB3-9456-4CB6-9A91-0F12717C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5A8B4FB-6161-40D9-AFEA-A36CE660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2DB4326-2D88-4206-9FEF-886129F3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3788327-A341-432F-9F55-7A6ECFEC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1BE3D7B6-7F24-4F85-A6B6-E1283C09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0601600-B0EF-4187-95B9-AD597EFE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3EBF1897-919A-45C1-AEA8-FE022CC3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F4A1E5C-5F93-460D-BD21-B491471A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7C3C715-ACFE-453B-865E-DEE837CE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8FDBA04-4F72-4FD7-8BBC-A44E25CA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D95E25B7-0334-4AAB-AC2E-9A093140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E162BB0-4C77-43A0-8E57-C8DDADA7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3820A79-6099-41CC-B713-679A66DB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8C51A67-E4C2-4999-B689-0BBD0815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A4570D0-7B33-42DE-AE80-134CE4A3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0D545C1-B9AC-4294-9A02-147CB5B1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C8C6C43-1D05-4B3E-8C63-64D92F76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B3AEA0EF-A77D-4E08-9BE1-7C8AA854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D02D57B-7894-4822-8359-DA6B680E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0A8627D-EBF5-433B-A410-7F93F00B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B5EB753-7C3A-4E0A-978A-6A92E5E3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621F5CD-E718-4EE2-9918-25228B62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12CEC14-D49B-4CBD-BCFC-7989176F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259B52B-D65A-4BFC-8F86-663273EC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5D5A342-DDE7-4556-B536-407EE5D2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2F8C88F-6A75-4606-958A-0969E7DB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885B1EA2-FD14-415B-A640-D9821273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74C6B56F-7E81-4EF7-A8C0-62C57BA6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131A4416-FD2D-4C82-A0C8-7C86F502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331003E-BA31-4538-B074-4391401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DD40106-DBD0-4771-9FF3-F419863D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D18EB2A-97E3-4EEC-AF4D-E1566F2D5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12DA133A-8C52-4187-85B3-AE1F16B4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D1144614-1259-4A3D-B811-12B3CFA0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764BD2D0-9132-45DA-871F-9B811BB1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44985A59-45F7-450D-8877-84311803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EB2BF51C-D32A-4FCD-8EC2-5D145174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1B418D1-BD20-4266-AA5C-0BCB22FB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5A25A9F5-1B86-4B05-A35F-025F1308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DD434B67-11F6-4C44-831D-BD5E1D2A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8E1F74AA-1F84-4AD9-8AA8-5421E900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2F76906E-BFFC-4970-81D8-F010193D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98915D78-103C-40C6-AC85-8B6F10E1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47534F55-C850-4807-9B9A-4322AD88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E48E8D68-DBC0-4992-9679-BAD73D98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4A6A662-5250-489A-AC31-907AA3B1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C5936FA9-5F8A-48EE-B522-E6EEA053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95A81826-3108-4D5B-B941-B9AB8736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530B9E0D-86AA-4DAE-B756-8B8BE3B2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5CC2E78-C6F9-454A-83E4-234B4B73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EF065DB0-3D6F-494A-A896-C353C77D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D5C0A7C5-6B0E-45A2-AE4F-104D47FE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EE53AB6F-0F71-498E-842B-BB9D2C41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D83999BE-679A-40B4-AD65-EFFC4E24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F12D541-18E8-4702-852F-898E042E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D953B04B-B7FC-4581-8027-01381D26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41B0A86E-483E-48E4-935D-8503C1BE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6308CFA3-3AB5-462D-8AF7-2EE60E88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5F1A51D7-D4E6-4E3D-BACC-97C642A6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90DB3A8E-AFD6-402E-938D-6FAD8ED0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8D416F46-2113-41BD-92EE-D12EB604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0BC87F0-7F12-4779-8F7C-4A8EAD7C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66B69133-07BE-4A3E-B75D-70FCE6489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972D36B8-FE35-448C-BE9A-55E7FFEF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05AEF79E-15DD-46A1-8C58-AEC0D4D5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99B4D63F-D76F-4B4D-8E3A-D9E2A153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37A7F0A-3B45-4D91-8269-BACAD45D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2FC42614-9D53-4933-BA46-9C617C4C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E6E2BF8F-8858-433E-9E6F-073B9DF1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E59880C-50C6-453A-9888-5C049AA5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ADA82562-2049-4181-AC3F-6BA1A4D2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E61E53B7-FB19-49EA-ADD1-0379A921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BD90841E-9F6C-4021-A442-1118DDE3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47962AA9-4E93-4DC6-AC65-5F8B8567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54E043DA-B59E-4101-A5AC-8517D6F3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31493548-F9AB-4317-9075-CBCAC3C2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5DBA83FC-42F7-4DFF-B75F-45B55CBD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C7E12CA7-7093-4814-A6A1-09782537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D8C42FCE-7F38-4077-89B7-E1942913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1E355ABE-3498-4F44-9D9D-570C17E5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068B95A2-59AF-48F9-9A07-EF19FC47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24B7588B-4B16-481D-88B4-335BD265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73F33039-1B3E-43F6-B274-82C8969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D4F92E78-2A7D-422E-AF2A-E5395E8B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4F8013C7-D04D-4993-BA54-E70150F2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A147A82B-D7A1-4F86-A1A8-F93FC1DB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9900E3EA-5103-4E88-A2DB-FC3FF2C0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96A2DAB0-D58B-4862-A8FA-61104E1A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A85B2EF3-3835-4B5D-8B35-C0A83E2C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32896E4F-D6EB-4F8B-BEC6-77719DBE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0F0089E0-2D05-419C-8768-95E3C3EE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94FA967A-183E-4BD7-BD14-D6F772BC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3FE5A802-4E0C-40A7-BEA0-15CBE881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1E443359-21E0-40D1-B0C8-DB47497C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2E837BAD-0088-4B26-BB0C-05A99845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D60DA8A8-7A59-4B4B-A587-CD3BBC26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2CB8E7C2-A37E-472C-AE02-B556F002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86DB9E0-280A-430A-A8B1-B515C864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4CEE1F6-F741-45E1-97A5-FF78DC6B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285BFAFB-C883-40C9-87DF-3775B1DD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CE33D63B-844E-46FE-8691-A2954A77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29CA06C5-C99D-4E50-A923-1BFFA4C3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035D124A-7E9B-4F7C-AC2D-1B751E2B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34BC3CAA-6B2D-4B0C-AB4D-215CA74F5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FD0A3D52-F8B1-474D-99C8-C5DD3090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9FE462B-EFD1-4195-ACE7-C178D13E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E7CFA437-00C0-438F-907E-9215C39C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57534CC8-CFCB-46BB-BB6C-3C192E07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F77290B-FB56-4930-8BE0-351358C7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039B629F-BB4B-4CEF-BEDD-ABE80838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A1D0CEF8-9332-4D29-B1D1-55F19539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5F9B74CF-9EC5-47F6-BB1E-4A180C94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6D405209-22D7-405F-B2A4-B79BEF81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09F69D0C-F649-48F3-B8E2-7F3248F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B7FF8812-A1F2-4571-A984-AF43BDAE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991718E1-6BB6-4E4B-B379-1E5BAF5E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B93AA722-FCA6-47B6-8A8E-022322F8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13C4D68A-0B35-4694-BAF3-AD4817CF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74D3E841-7EFE-4C36-B19F-69877A3B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066EA86E-C9E8-4A33-A129-D38CD131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F8DAF60E-AAE3-48B0-B528-6F40AD10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5A9CC0DB-AF32-4348-9995-574F8B0C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3C955940-5AB0-4991-AD2B-0782F219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B49A96FE-D6B4-455F-92A2-93B10984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0D686EF1-E689-4428-8DF5-D8EC915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8282539E-AF05-4F5D-A6BC-4A52E91A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AD6D348E-A2E3-4FD1-8031-8FBD1657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EB41C863-C2F9-4D43-B638-F3BF03AF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3ABE61A9-B90F-4111-AAF3-C9BA0646F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2EB330F0-C313-468B-858C-4FA598DE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4FE997D4-6278-4E69-9780-E26CB5E4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2598897B-B07D-4431-9B85-5B8D40D8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85B553AA-DBC8-452C-9E0D-3B64595B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5965D022-C824-4D74-880C-10AFA690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FB8CFC0A-8769-453A-A375-40CFF042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C32DD722-A4F7-4095-9F1C-A9CD799B3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31A82FD0-C002-4C6E-80AA-D18A9E07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4A596241-2A06-46C5-821E-98EC32DC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FF7569E7-D69A-4247-81E4-AD5962D0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3D36F475-1DDA-4B7F-A899-F3FD2D3F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049AB101-8468-444C-8A5A-28223879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FF8907C3-5763-45B2-883F-12E02F78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B6021C63-6185-408A-8EC9-D24181D6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3DB28828-FD19-407E-9DCC-C6B60EC6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724985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E43759-5D1E-4AAC-BDB3-EA6AB813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933B0-E59F-417C-8F3B-2714CEB5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DAD95-C8FB-40B6-BD0E-BA3E3472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FFF50-A12B-46B5-A8A2-92A8A3C7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524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64542-2C93-404F-AF2F-C876A748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A3BB26-E1B6-49C8-8600-1E31559B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E29AD-3E64-4D5D-BF4E-0B761BE0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6D610-36D5-4676-9153-3C86B9F5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6D59E-D969-4FB8-8CB7-7AABB288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386EA-B419-4495-B420-BBA2EFE4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6BC0B-BC69-402D-9858-D313F141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1055C6-6A7F-4964-99E0-B0B6134F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15B39-1AD9-4062-BB2E-9F9ABA5F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ACA231-0B69-4515-8069-4BC380DE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56BA86-27E7-4EC6-BC36-01C670DE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6C47D8-6469-4D36-86E3-E3F246C4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20822-1BD9-4E21-8129-5737D1D9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287240-4B2D-473B-8941-F4A8AC52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43268E-1C6A-4776-AC81-71448A3B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261368-DB2E-48D2-A213-7F6458D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93451-F2A1-4388-A621-4BC5C174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B82A41-8490-4F3F-953C-EFCC4DD6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0C2DC5-5855-4B1C-A647-FA3485DC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ADD83-0434-47DE-8FC0-D484919F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B4A1B5-534D-47D6-94FC-9DB211BA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B5DC41-CB95-4432-B201-FCECDDB10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DE29E7-B002-4ED0-8894-6BD8267C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1B964C-8C27-4B8C-8964-D08CBEE4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DC2505-07C5-4EBF-AAD4-6F949DD2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017C85-9367-4DE4-A51C-CD8C911A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DCE649-9158-4F9C-91F0-388577B0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392555-B0B6-445C-AB7E-C84567B0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A9F471-9CCA-42B4-B483-6EDF5FA8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56E919-0963-4D6D-82EC-B2A904E7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ECC85B-761A-4079-B83D-5A4A0992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99FB61-1CBA-4F87-A04E-57FE4F6F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680CE5-4555-4F8D-930A-3528D44C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DF9AE7-71EB-4590-9FE7-C3C168A1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D2BECB5-D662-4DC6-9B24-84FE992F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883468-B077-4E46-ACEC-34BBD9F7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10CC24-C7CB-461B-A0FC-B784919B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2A80A1-2541-49AE-927E-E581EDF4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9D60A2-4633-4507-9F17-D7A8A292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E7F53C-E4B5-4958-BC9B-3CD1B6BB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800F2A-E9D7-43AF-A5A5-4645FCCC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4FADE52-94AF-411D-AE96-CFA19E80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0959FFC-CC82-447A-A275-E5D2D128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2D09CA-B8DE-432B-AA5C-2470BD7A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F89D43-1E92-4BA7-86E6-AA4E1A1F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26CBD-BCD8-4E4D-A793-C3F9B2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8578076-8D94-462D-A178-ADDD93AF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7668C4-ED87-49CF-B338-EAA68BC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C7D70C6-81D1-489B-ABF7-85A04F89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76EA20-8EEF-434D-BD48-943C7439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E92F53-E72F-49DA-9109-83FC8D2C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F4FDCBD-8C7A-4BFD-9489-9A832626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36468BE-A4C6-41A2-B5D8-D56B5C4B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73E97F-518C-4023-88E7-30BF2038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8183C9F-2EB7-47DB-B4A4-8E5BD514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7ADAB2-1996-4306-8ECA-11319677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E8D2965-0464-4EC5-8EE2-E794CB28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498D991-C9E4-44D2-8040-9AD1C6C3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FEAE77-FADC-43B3-B7F3-B3987980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4701EEE-CC0E-46FE-B832-3BBA4CDA8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F73011C-F4C6-473A-B6E0-4C5FFF8E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196E89-0E73-47CB-AD17-41ACC622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BCBE0A-D1CA-4990-9EFB-F8D1CDE9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7CCD60-A931-4DEA-B8F8-50312C79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955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F7250D-77DE-47CE-8E75-A994E99F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384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spots / cells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E039FD4-B278-4B79-B2CA-0027E360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X: spots/cells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D04D7D2-7610-41FB-BDC0-907F4057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B32E2A9-B471-44AF-A7CE-997B2F9A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66429EF-0AAB-4B0D-A231-FD1F80B2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B27EC92-20CD-46C1-BD17-F9623545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79F1263-5FFD-4E4D-BA18-07B24000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D21C18-AFBB-4559-9250-B614D84E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AEA9C8D-DE70-4648-8011-DECCEFBD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B2A04D7-0CA6-4A0E-B523-67330B49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33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2BFDD11-1F93-4E74-8141-E418F47E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19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BAAC8DF-951B-4D22-8B03-55F589A68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6893DE9-B470-4529-A3E4-8C17C109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5BDD9A1-8BBF-4BEB-855C-CFD3E260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45096D8-14D9-4BAF-982C-812F29E5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75" name=""/>
          <p:cNvCxnSpPr>
            <a:stCxn xmlns:a="http://schemas.openxmlformats.org/drawingml/2006/main" id="71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>
            <a:off x="3257550" y="2600325"/>
            <a:ext cx="2076450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6" name=""/>
          <p:cNvCxnSpPr>
            <a:stCxn xmlns:a="http://schemas.openxmlformats.org/drawingml/2006/main" id="74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 flipV="1">
            <a:off x="3257550" y="3205163"/>
            <a:ext cx="2076450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7" name=""/>
          <p:cNvCxnSpPr>
            <a:stCxn xmlns:a="http://schemas.openxmlformats.org/drawingml/2006/main" id="83" idx="3"/>
            <a:endCxn xmlns:a="http://schemas.openxmlformats.org/drawingml/2006/main" id="77" idx="1"/>
          </p:cNvCxnSpPr>
          <p:nvPr/>
        </p:nvCxnSpPr>
        <p:spPr>
          <a:xfrm xmlns:a="http://schemas.openxmlformats.org/drawingml/2006/main" flipV="1">
            <a:off x="5343525" y="2600325"/>
            <a:ext cx="3228975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8" name=""/>
          <p:cNvCxnSpPr>
            <a:stCxn xmlns:a="http://schemas.openxmlformats.org/drawingml/2006/main" id="83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5343525" y="3205163"/>
            <a:ext cx="3228975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CFED410-5040-4E49-9DCD-95BCAA28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2FFA2CA-4255-4A92-A8C4-64B0CABD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03DEFDC-BF18-4538-98B0-78884827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563B3C9-5545-4319-AE76-1C45B962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10628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A8A5C2-57D4-44C2-8919-EA250F8E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9A0DC-4F7B-4FCF-9F75-094E8D2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FFDEA-5939-4B45-B3E4-77044B93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3E370-E56F-46C8-859D-CA2F9089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94EF0-BB66-48F0-AB95-ADD34B6A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3F16B2-D128-4A83-B08A-6048AE64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AAB2F-A397-4486-A724-7552031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B29E8-5FBD-4695-AC2F-88C84913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AF4CF-F844-4C29-A51D-B8712A03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47A13-F5A9-4079-8D86-DDC86411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A5A69-AC38-412B-A791-FA9401CB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9E3100-65AE-471D-8864-0D0474CD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80237-35CE-4F54-8582-3D1584F0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8446C-375F-4AB3-BC54-9080B12B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21C657-1452-495F-832E-3B0005CD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694E7C-D7BB-407C-A334-2D30E740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C47263-F4EB-4CDE-AD25-4182C3A5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E69F8D-A5EF-4A24-9E3F-A097114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57CA48-2EB2-40BD-AE9F-224B6AC7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B8D53B-13A1-4853-B4FD-C69FD7CF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DC9B5-82F6-4168-A36B-C0904162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04AC4A-60A8-4EEC-BDB9-C47F9FB0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B91D05-52B0-4E51-8B1C-9A547074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3B9EBC-B537-4EB5-8569-7B5881FF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6CE132-8B34-413F-859E-45045FDF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CC2A9D-66C6-41CD-8BC8-44E080FD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A2FD8-56E7-4192-B488-9AB50732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41696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C2CFC1-7E60-4731-83C5-BD0C8622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5281C-E683-445C-89A6-4DC332E7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D9F39-B06B-4FDA-933E-D1911E65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1931D-1D28-4E24-8A8D-AF6F6D4B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864B6-42E0-4AD6-9EBB-EC88222E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79007-869E-4BA5-9796-7077E5EB8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50584-24E2-40B6-988B-FD087D9F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9C802-9494-43B2-9897-43BA5F7B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8C0B3-844E-4CAE-9BA0-6AD0C725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91D06-5CEC-4FB0-9B6C-1A6DA6FC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211884-5879-4CF2-B6FF-70C30222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85E51F-5366-47A8-AE83-2D7AFD62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9EA69B-EF31-4C8E-9C42-4F2B21C98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EFD65-9927-47C3-9295-B263369D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13A75-49F8-43F5-BBCB-FCD2400B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0A9AF5-0A6F-4974-AF70-B304DA92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A8605B-19EA-4BA7-8383-79C21D24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18DCB-7DF5-4F0F-8174-FAC3F5E8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1F4F6-295F-4094-A169-CC5FE141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348957-E866-4379-A5D9-EFECA8AD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E53588-DCD6-4AB4-B033-0C9C85AC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833908-1F76-427C-B2EC-D9C792A9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3F5F38-7613-4435-9C67-05928776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62ABE7-3D92-4E3F-9807-E287CFF8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5C744-A0CF-4423-98B3-EEC63904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54326E-D793-4CA3-8C3F-3F8F4F3F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EEF332-8270-4588-AACE-B7576C65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9E7B2E-A7D5-40D1-9945-57F8C39E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05EB4-98C5-4373-AA6D-3F818E5A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83FB51-9725-4139-9493-9B6CD3CC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5C8169-DC8F-45FE-B2D2-FD52F55C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1FDE71-E868-496C-BE30-ABD35C3C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055942-7343-48BB-AB7E-C0EDCF7A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669BB4-0C93-40D3-BC7F-DFAFDE5C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9333B2-6E6B-41EC-A229-6C3B3CE5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F40270C-4F0F-47E9-B2B2-A8E5F91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B34DC5-3FE6-453D-B246-F1903268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484277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D8EBF0-DA4E-42F3-8B0D-BE250486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01757-0D4B-4141-8A61-98D8AF5E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ab0c3c20844a1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90019-4F58-4F31-B1FC-18DA9C7D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BD93E-E052-4142-AD00-9CD340B7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3669C-2570-4894-8F68-F655EA30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FB843B-D62B-41F8-A49F-04E03A34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72BA0-5ABC-4C1B-BEC7-70955A01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9DEA60-70D9-4BC5-9743-FCE03B4B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B9E7D9-64CA-4F67-B07E-6460788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9FA8B-C396-42EA-8F32-4ACD9DB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CB908-2157-4B06-93EB-6E377BB7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6A029-8922-425A-A19A-C2FB27DE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494687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A3FBF8-A711-4119-B66B-13D1196D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34C818-8BC8-447D-8F18-BF9A2DBD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0b52d87384469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8fcf9ccd7d491d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b2b961bcc4051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2A3D7-8E26-418C-80CB-76BDD9BB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BF5FB-FF5B-426A-922D-3560ABD3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4371A-B66F-4F86-995C-20A142CA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8A5C2-1231-4E09-A288-82C2A9F0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B7E15-9F42-4C34-A5F5-5DD43F0B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53325-555F-4926-ABD4-E7BB6A78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7B5E00-EE1B-4564-A011-03A49395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94E4D7-D28D-48FC-8662-C3AF2B96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EE558-907F-4602-A4CE-205001C5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55FDC-3FD5-46B3-8C07-B4B2CDE0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0D18-9500-45F1-8C43-71D9ED57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40DD5D-DBB5-4DAC-B943-8FAAE57D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E1A7C7-C335-4BFA-ABC7-16E18CB3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69384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8935C1-A1FA-4E7C-AA58-2EACE5BD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667E7-8E73-44DF-8BF6-5384FA9D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3890E-FF9C-458E-9C25-F9624B96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ABD89-3612-4020-8BB7-2BC0C4E6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49103-5387-45C9-9C33-2667B627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0024B-CA68-4BA7-B812-F2BC3A2E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06A804-D662-49B2-B28C-A3B8C2BA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E30FD-5429-4076-8788-68C78195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2D76D-DF8C-4E7C-8EBF-A8AB5BB4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C8F126-2CF0-4501-B14E-1E00B8C6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94E22-5365-43D2-907D-20EF0DE7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5FAD1D-11EC-4681-A062-20C44C14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9885D5-9915-498D-94BF-4BDF5233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351C9-888A-4793-8F6D-C0493753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66D072-AACF-4C63-AD25-3189CDA4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B2204D-AB64-4C81-B0C8-AE24C4DB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8C1FF-0350-4D73-A2CF-F4DCB117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009416-A435-4403-8588-AFB1AE5B7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246AD-7721-4155-8B98-0B8D189D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C00CA5-BBE8-4266-8E18-404D543F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3DFB9E-2F1B-4EF5-8F7A-CBF357E1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9D4A6A-8C1D-484E-822B-5BF276C3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F0F02-4F2B-4747-AF37-DF221FB9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DE3A73-DBBD-4091-BF55-D245A236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ED31A0-A2D2-4206-95C1-A75DF448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9C000D-E88B-42BF-BCD3-61C418D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1B9B09-ED95-4FBB-9371-CD1CEA93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5297D8-93F0-4542-B2B0-CFECF7FC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C57BDD-089D-4D7C-9A2F-86E19409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B0D439-9EB8-4B3E-B912-69B038A0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729AD-BA89-4530-B91C-5E3A86E8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F01500-846B-4C01-B7CD-79D1BA73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AEE7D5-1D55-410C-B587-F047EC40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A45122C-1D56-4A94-A48C-F67EB938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862CA6-B7CC-42D6-A693-B1563FA7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208130C-3576-42BE-B419-7AB44E13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A224FF-BA9E-4273-9CE7-EBD5CE77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829198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50243C-E3A9-4951-8011-40489412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C929F-F37E-4064-8913-ABA0D997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D47AF3-0E12-4E61-A940-8A400F5C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F7B0C-9F8E-4321-9FAA-7818F3E5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D98CF-53DD-4655-A783-76026AAD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D4C08-1FF1-4602-942D-CF206A32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DA0F1-8878-4BFE-8F5E-A6907285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32D10-5530-4F0C-BEAB-A534FBD2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8D0D71-252C-4730-ABA5-9F626C86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D9A1C-9E43-4307-8DC6-2A7C41FA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4B0E9-DBCC-4C15-A736-B7B173B7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A4330-909C-4684-93DF-A41B78661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DC10AD-66A3-4506-9330-4FF78D54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61142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B2258A-F50B-4DC9-A787-A37EDF86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4003E-F266-4EF6-9716-56590235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181D0-A4D3-41C7-9F3D-D94D4AAB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E3A8C-A5A0-4A38-8EA9-0DA9666B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50DCB-B79A-4EFD-BCCF-549A2BD2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4E3ABE-417A-4ABD-A315-77119794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42544-9D5F-4F4A-82DE-E27955AD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F7C76-C217-4F73-AC5C-A5766A31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5FE6A-24C6-4E77-AE46-E505E420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44C053-C70F-4E0C-B715-52304A6A9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088101-144D-451C-AA75-D55487C2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57C87-25D4-42FB-AC5B-0C26AD99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ED34A-4EA6-40A9-AC14-05F63585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8733D-3DDF-48C5-87D5-8908FD7D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6FC5B-2343-42D7-87D0-40F58CDD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69304-FDE0-4395-91A5-B8EA6762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48FC80-8EB6-4F9D-BCAD-89C07550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2B0C9-AD48-4842-B605-8D29515B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718929-0440-4127-A498-202C49E1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B5F0F7-629F-4CEB-B518-E5284E44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DC98CD-9586-4FB6-AF78-25F06369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7DC3B4-09C7-43B9-BF21-AAE70C73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AE4C63-295F-4481-9D62-DC4636B2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CD9E3E-22F4-49D1-9363-B89BEEE0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8AF080-6EBB-4391-BE11-53DBF006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D5522D-1AC3-435F-9C9F-70BEEB17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851757-DF57-4103-B85C-34BC0EBF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7035F8-7110-4B17-97A8-5387C378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77FBFE-3895-4ABD-8EB4-F1B3680E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2AE72-B0A7-4941-8AAB-6CA1FA15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08E3DD-0F2F-46F6-B80F-47019AD5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AE579F-6E98-41FE-8BF7-49580D1E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A38838-FAA6-45EF-83E8-04748D7B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EF00E4-708D-4A62-8A4E-5FD6DA6E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677809-5087-406C-BF64-ECFDDC473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ECF809-5B4F-471B-879B-A92CBC33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D22F0C-E8EA-4088-85DC-CB1C6890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9D3F2A-5233-455E-A220-DF5D1BC3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FD4653-0776-4E99-BD01-00CA568F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2FB363-AF18-497E-A1FE-24D0CE22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180482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FCB97-74A6-4D07-BE68-826DEA0F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EDBD8-2477-44AE-BC24-9698ED89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4E8CD-D92B-45EA-BCE2-DB986035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55FA6-B76B-4C92-A317-9D5BB2A0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85279-F75D-4EAB-B0BA-CCE72383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865A4-6CCB-408F-A111-B46B181E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71EFF-AF17-4F14-9FAF-4761AC4F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6A02C-36B1-4581-95CC-3260A676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98ED6-3A15-4BA0-B497-370AFE46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F4E3F-1660-442A-A6AA-FF74BD3D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CF0A4-6EF4-4BCD-B7A1-27C7DD7B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BFCC9D-C320-47E9-86C3-B2D08751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E7F40-A97B-43EB-A24A-7617BC42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83FBB-DBB0-4225-8DCD-AFF9B695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A12A25-537C-4FD8-964C-13C004C8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155E1-EB16-4403-91A9-C5AB60FA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CC3615-0E28-416F-9DCF-A8E0C03B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AE93AC-8226-4001-AE5B-2098A984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57F695-CFFC-4B10-AC73-009DB4DA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5351F0-39A0-4AD4-B5E3-2E976663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B7C93F-F7EA-462E-A9EB-C4245919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A4820A-796F-4FAE-B63D-69C8CF4A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95751A-5603-4777-A9B5-2C59E14C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51846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41B9F-29B1-4078-9C02-AB591379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4B779-FDA8-44C1-B8DE-381074C3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浏览器产品流程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cd186d649461e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4d5e8dce64552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144780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64946e7de4bd4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b14be634b46f0"/>
          <a:srcRect xmlns:a="http://schemas.openxmlformats.org/drawingml/2006/main" l="0" t="17059" r="0" b="170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4150" y="3905250"/>
            <a:ext cx="485775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E3D3D-F7AE-4461-996E-8FB29DF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200150"/>
            <a:ext cx="1619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Project: 数据 + 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E3171-081A-48A1-BC39-4BB9FF8B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00150"/>
            <a:ext cx="1428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Run: live events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505A3-F0B1-4305-9929-A37AAF25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18097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Explore: Spatial + UMAP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D50E6-F755-481F-9A01-595AE407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57600"/>
            <a:ext cx="200025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Report: evidence + caveats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F0D4CA-69BA-40EC-A963-C63C15FF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8B2A46-65EA-4FF5-9CFA-0E63A51F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Browser-visible workflow in Streamlit.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FE7C6-B346-40C7-92E2-A8586CF0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764999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BE3C68-6901-4BA7-970B-0A8A1B15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D5D80-B22C-4BC6-84E0-2488C995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课堂 demo 怎么讲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114A7-D3F7-4391-8C76-AEFF84A4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DFCCF-0CE0-48AA-8821-FE69E0AC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E89705-70DF-4B59-AF56-C1B20726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BB18C-BEF5-4A94-B5AB-08B7408F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76BAB-4D9F-458B-8BF8-2CA85CCA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C8BF0-6266-4215-BDA0-0F729113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ECCF3-870B-4D6D-B9C6-019868B5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9122F-03E5-4A9B-AA92-1096564F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C5743-D380-44AA-B516-2CBDD08E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A2D98-0C0D-44BB-9447-CEA355D4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7E6721-9C6B-4E91-87D9-0B2DFDDE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01333-62E5-42A4-8B4D-D3C56901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20DBAE-B8F3-4A8A-8C93-80839F3E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681749-EA05-4E73-90A6-E6CE9F1D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FFC66-E6AD-416A-9EDF-46669EE6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D7D8E-354D-42B7-811B-93A2EBB2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FD294-EB2E-437C-8D1B-88C2C468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C5853D-B867-4314-ACDD-96EA8F0E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239EDE-E74C-42EA-BB9E-5636A0FC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F7797-E4A1-48A2-9281-5DAAD0FA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6FF576-C5FC-40D4-A29E-FE265043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讲数据卡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0441F-AB2B-45F6-9D44-634773E6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240 spots · 80 genes · spatial coordinates · count-like expression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50BB0B-DC08-4E66-83CF-2B723325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BB7156-3971-4F27-8431-AA5A45B4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讲计划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101CEE-EEE7-44AF-83E9-65F5CB1D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QC -&gt; preprocess -&gt; PCA/UMAP/Leiden -&gt; spatial plot -&gt; gene panel -&gt; marker ranking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A313C8-3864-46BC-AD4A-8DC4D62E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FD8258-0852-45BA-A16E-A0F577C7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CCA80-D2AD-41FE-950C-1843CF6F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哪个 cluster 的 Sox17 平均表达最高？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72FFB2-4ABA-4A75-82D1-9669C2F1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853944-9310-442D-802B-29E0DFA3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Copilot question 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A6ED27-19DF-491C-83E5-6DD0038F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Pou5f1 是否集中在某些 cluster？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请给出证据和局限。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7D13F0-B6F7-4990-B692-835C8E82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每一步都对应前面讲过的标准分析流程，而不是只演示按钮。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97CAF-1244-48A1-8066-BB547E9A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607EDC-2A39-438C-9697-F4119564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95F461-F572-4718-990C-99A93858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48859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E44B88-5948-4999-AAC2-3C6CC613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B7FC5-DBF2-4C71-B9BD-BDFAC1D46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CDF56D-A473-485C-A3FE-234F6BE8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922E5-DC6F-4A0C-AC71-01277AF5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EE1068-5A77-4795-BE82-87E9A7FB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GSM9046244 ... stereo_rep2.h5ad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73dab6bb1f4ee1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8f42699cc452d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93b51290a4735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65F0BC-32CA-458A-BFF5-75B6F816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0B982-5887-4B3C-A383-B9D96397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5CBB6-A58D-42E8-8FC1-41B164EB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C71F-2B3C-460D-9548-2FD052E1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8844006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B4491A-116B-431E-9EDB-21CA194C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C499A-CCC8-497B-8A74-C44C58DF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88022-81DC-4A82-9EE6-538F4BBE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F3971-24B3-4F75-A925-9AB6B802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20BFA-F6A6-41BB-B06C-D64B6CFE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F5FB47-9D1E-441A-A2C3-D70E19FC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803D5-CED5-4FC0-A379-C5C0DE08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85C79-E652-4442-AEFC-FE9544C5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D6CC63-42EF-4155-ADE8-76D78ECD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614D-4137-4036-A32E-3D3CB51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E08F6-35F6-4031-A082-3EC79AA5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ED4CF-E183-409F-BF64-429942EF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CAD05-30A8-46CF-993C-3D4D935E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064BF-62FD-48AE-B7B1-8090499A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6FBAC9-64F8-4BE2-8F36-CCFB8557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883D1F-55F4-400F-8B9F-831CF2B5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29C2F-F191-4BAB-8C9A-FE27827C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004038-9701-4B9F-8CAE-A91CF03E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C2A4CE-C46A-45F7-8D9D-C506DBB1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76A7E-717B-4B22-BA15-6DCB46A5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7902A2-20A0-446C-9693-66C0621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5519334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febcf5ed3b49e0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BE043-2009-4AF8-8DB8-A59621F5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C67B9-96EF-4B4D-AA1B-C6545978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88C12-4AFB-4E9E-B855-87A63935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51AE4-CA80-48CE-98C7-B9F78BF2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1D8A31-6B29-4751-A447-0623FE1B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378B3-790A-46E3-937A-C20AD50A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ED096-CED5-4D94-8FD5-20239747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13A313-FDC3-4A24-BE80-4947A82B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C0F343-41D6-402E-BCBA-6666196D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4EFCF-1944-4053-891D-999528AB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A7773-6D82-4392-83CE-B7E5EBC4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E62046-E046-4D87-802F-498F3B30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7026FB-1F7A-43AA-AC4E-99C272DC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A69ED1-8A36-4DDD-8844-98111AC0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31499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2026-06-25T15:21:53.1410000Z</dcterms:created>
  <dcterms:modified xsi:type="dcterms:W3CDTF">2026-06-25T15:21:53.1410000Z</dcterms:modified>
</coreProperties>
</file>