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d6efde9af44d6d" /><Relationship Type="http://schemas.openxmlformats.org/officeDocument/2006/relationships/extended-properties" Target="/docProps/app.xml" Id="R840ca9a082a04b18" /><Relationship Type="http://schemas.openxmlformats.org/officeDocument/2006/relationships/officeDocument" Target="/ppt/presentation.xml" Id="Rbf9a7121350d46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fe5f0347db4c32"/>
  </p:sldMasterIdLst>
  <p:notesMasterIdLst>
    <p:notesMasterId xmlns:r="http://schemas.openxmlformats.org/officeDocument/2006/relationships" r:id="R0e49b5fd4ad04e3d"/>
  </p:notesMasterIdLst>
  <p:sldIdLst>
    <p:sldId xmlns:r="http://schemas.openxmlformats.org/officeDocument/2006/relationships" id="256" r:id="Rfa6982ecc0ca43a1"/>
    <p:sldId xmlns:r="http://schemas.openxmlformats.org/officeDocument/2006/relationships" id="257" r:id="R92e7d544b09c4a29"/>
    <p:sldId xmlns:r="http://schemas.openxmlformats.org/officeDocument/2006/relationships" id="258" r:id="R966ff8f4cc3f406e"/>
    <p:sldId xmlns:r="http://schemas.openxmlformats.org/officeDocument/2006/relationships" id="259" r:id="Rd03c43674a564951"/>
    <p:sldId xmlns:r="http://schemas.openxmlformats.org/officeDocument/2006/relationships" id="260" r:id="R4312a5ce54c64c54"/>
    <p:sldId xmlns:r="http://schemas.openxmlformats.org/officeDocument/2006/relationships" id="261" r:id="Rd8f00cad614d4efc"/>
    <p:sldId xmlns:r="http://schemas.openxmlformats.org/officeDocument/2006/relationships" id="262" r:id="Rb9553d5e0d8d4775"/>
    <p:sldId xmlns:r="http://schemas.openxmlformats.org/officeDocument/2006/relationships" id="263" r:id="Ra404a04f72bf414d"/>
    <p:sldId xmlns:r="http://schemas.openxmlformats.org/officeDocument/2006/relationships" id="264" r:id="R231d2789576e41a9"/>
    <p:sldId xmlns:r="http://schemas.openxmlformats.org/officeDocument/2006/relationships" id="265" r:id="R4690c523e7e44803"/>
    <p:sldId xmlns:r="http://schemas.openxmlformats.org/officeDocument/2006/relationships" id="266" r:id="R8c8db3b7e24d4184"/>
    <p:sldId xmlns:r="http://schemas.openxmlformats.org/officeDocument/2006/relationships" id="267" r:id="R5af44bc564e24b78"/>
    <p:sldId xmlns:r="http://schemas.openxmlformats.org/officeDocument/2006/relationships" id="268" r:id="R37d11e632ca74f3f"/>
    <p:sldId xmlns:r="http://schemas.openxmlformats.org/officeDocument/2006/relationships" id="269" r:id="Rb715e0134bef465b"/>
    <p:sldId xmlns:r="http://schemas.openxmlformats.org/officeDocument/2006/relationships" id="270" r:id="R3b39c55c65344b8d"/>
    <p:sldId xmlns:r="http://schemas.openxmlformats.org/officeDocument/2006/relationships" id="271" r:id="R8017a2ce3351497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44c4cc5a4846f8" /><Relationship Type="http://schemas.openxmlformats.org/officeDocument/2006/relationships/slideMaster" Target="/ppt/slideMasters/slideMaster1.xml" Id="R1efe5f0347db4c32" /><Relationship Type="http://schemas.openxmlformats.org/officeDocument/2006/relationships/notesMaster" Target="/ppt/notesMasters/notesMaster1.xml" Id="R0e49b5fd4ad04e3d" /><Relationship Type="http://schemas.openxmlformats.org/officeDocument/2006/relationships/presProps" Target="/ppt/presProps.xml" Id="R20480538a1fa4f8e" /><Relationship Type="http://schemas.openxmlformats.org/officeDocument/2006/relationships/tableStyles" Target="/ppt/tableStyles.xml" Id="R7f6f11a1cf3f4f3a" /><Relationship Type="http://schemas.openxmlformats.org/officeDocument/2006/relationships/slide" Target="/ppt/slides/slide1.xml" Id="Rfa6982ecc0ca43a1" /><Relationship Type="http://schemas.openxmlformats.org/officeDocument/2006/relationships/slide" Target="/ppt/slides/slide2.xml" Id="R92e7d544b09c4a29" /><Relationship Type="http://schemas.openxmlformats.org/officeDocument/2006/relationships/slide" Target="/ppt/slides/slide3.xml" Id="R966ff8f4cc3f406e" /><Relationship Type="http://schemas.openxmlformats.org/officeDocument/2006/relationships/slide" Target="/ppt/slides/slide4.xml" Id="Rd03c43674a564951" /><Relationship Type="http://schemas.openxmlformats.org/officeDocument/2006/relationships/slide" Target="/ppt/slides/slide5.xml" Id="R4312a5ce54c64c54" /><Relationship Type="http://schemas.openxmlformats.org/officeDocument/2006/relationships/slide" Target="/ppt/slides/slide6.xml" Id="Rd8f00cad614d4efc" /><Relationship Type="http://schemas.openxmlformats.org/officeDocument/2006/relationships/slide" Target="/ppt/slides/slide7.xml" Id="Rb9553d5e0d8d4775" /><Relationship Type="http://schemas.openxmlformats.org/officeDocument/2006/relationships/slide" Target="/ppt/slides/slide8.xml" Id="Ra404a04f72bf414d" /><Relationship Type="http://schemas.openxmlformats.org/officeDocument/2006/relationships/slide" Target="/ppt/slides/slide9.xml" Id="R231d2789576e41a9" /><Relationship Type="http://schemas.openxmlformats.org/officeDocument/2006/relationships/slide" Target="/ppt/slides/slide10.xml" Id="R4690c523e7e44803" /><Relationship Type="http://schemas.openxmlformats.org/officeDocument/2006/relationships/slide" Target="/ppt/slides/slide11.xml" Id="R8c8db3b7e24d4184" /><Relationship Type="http://schemas.openxmlformats.org/officeDocument/2006/relationships/slide" Target="/ppt/slides/slide12.xml" Id="R5af44bc564e24b78" /><Relationship Type="http://schemas.openxmlformats.org/officeDocument/2006/relationships/slide" Target="/ppt/slides/slide13.xml" Id="R37d11e632ca74f3f" /><Relationship Type="http://schemas.openxmlformats.org/officeDocument/2006/relationships/slide" Target="/ppt/slides/slide14.xml" Id="Rb715e0134bef465b" /><Relationship Type="http://schemas.openxmlformats.org/officeDocument/2006/relationships/slide" Target="/ppt/slides/slide15.xml" Id="R3b39c55c65344b8d" /><Relationship Type="http://schemas.openxmlformats.org/officeDocument/2006/relationships/slide" Target="/ppt/slides/slide16.xml" Id="R8017a2ce335149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868ba41ef841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719fe73aa846a3" /><Relationship Type="http://schemas.openxmlformats.org/officeDocument/2006/relationships/notesMaster" Target="/ppt/notesMasters/notesMaster1.xml" Id="R642d43ecc0d64a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bb7218b30b4dec" /><Relationship Type="http://schemas.openxmlformats.org/officeDocument/2006/relationships/notesMaster" Target="/ppt/notesMasters/notesMaster1.xml" Id="Re704d1a4a3864a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fa375b91094269" /><Relationship Type="http://schemas.openxmlformats.org/officeDocument/2006/relationships/notesMaster" Target="/ppt/notesMasters/notesMaster1.xml" Id="Ra7a4d6a2558f44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0c9bdc3b0144be" /><Relationship Type="http://schemas.openxmlformats.org/officeDocument/2006/relationships/notesMaster" Target="/ppt/notesMasters/notesMaster1.xml" Id="R53a84e21b37542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712803ac1564132" /><Relationship Type="http://schemas.openxmlformats.org/officeDocument/2006/relationships/notesMaster" Target="/ppt/notesMasters/notesMaster1.xml" Id="Rc4cace47d9d948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17232f9f1e4210" /><Relationship Type="http://schemas.openxmlformats.org/officeDocument/2006/relationships/notesMaster" Target="/ppt/notesMasters/notesMaster1.xml" Id="R81395558543643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06cfb764394eb6" /><Relationship Type="http://schemas.openxmlformats.org/officeDocument/2006/relationships/notesMaster" Target="/ppt/notesMasters/notesMaster1.xml" Id="Rc9acb8454dfb48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a490a3704a4d13" /><Relationship Type="http://schemas.openxmlformats.org/officeDocument/2006/relationships/notesMaster" Target="/ppt/notesMasters/notesMaster1.xml" Id="R03628ec9059446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7ad6834f6e411e" /><Relationship Type="http://schemas.openxmlformats.org/officeDocument/2006/relationships/notesMaster" Target="/ppt/notesMasters/notesMaster1.xml" Id="Rc87a7c306a754f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326694bd604f51" /><Relationship Type="http://schemas.openxmlformats.org/officeDocument/2006/relationships/notesMaster" Target="/ppt/notesMasters/notesMaster1.xml" Id="R0a5255d688be47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2d7c11e8d54308" /><Relationship Type="http://schemas.openxmlformats.org/officeDocument/2006/relationships/notesMaster" Target="/ppt/notesMasters/notesMaster1.xml" Id="R46ea3715238547f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1e23ce01d345ed" /><Relationship Type="http://schemas.openxmlformats.org/officeDocument/2006/relationships/notesMaster" Target="/ppt/notesMasters/notesMaster1.xml" Id="R39bc34ff9fdc43d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0b7727b7234f48" /><Relationship Type="http://schemas.openxmlformats.org/officeDocument/2006/relationships/notesMaster" Target="/ppt/notesMasters/notesMaster1.xml" Id="Rea138a907a2c47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6133e7538404b94" /><Relationship Type="http://schemas.openxmlformats.org/officeDocument/2006/relationships/notesMaster" Target="/ppt/notesMasters/notesMaster1.xml" Id="R17da54742d234b9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f78b528157b4144" /><Relationship Type="http://schemas.openxmlformats.org/officeDocument/2006/relationships/notesMaster" Target="/ppt/notesMasters/notesMaster1.xml" Id="R2743395c3c2145c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133398ce1bd47ed" /><Relationship Type="http://schemas.openxmlformats.org/officeDocument/2006/relationships/notesMaster" Target="/ppt/notesMasters/notesMaster1.xml" Id="Rca6d27613b9b44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Agent 是一个面向空间转录组的交互式分析 Agent。我的讲解会先从空间转录组数据本身出发，说明标准分析流程是什么；然后介绍如何把这套流程做成一个可计划、可执行、可追踪、可解释的科研 Agent。中间会切到网站，展示这个流程在真实交互界面里如何运行。</a:t>
            </a:r>
          </a:p>
          <a:p xmlns:a="http://schemas.openxmlformats.org/drawingml/2006/main">
            <a:r>
              <a:t>操作：此页停留在 PPT，不切网站。用右侧主线卡片告诉听众：先方法背景，再 Agent，再 live demo。</a:t>
            </a:r>
          </a:p>
          <a:p xmlns:a="http://schemas.openxmlformats.org/drawingml/2006/main">
            <a:r>
              <a:t>过渡：先从最基础的问题开始：空间转录组到底比普通转录组和单细胞转录组多回答了什么？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的关键不是简单多一个坐标，而是让表达矩阵重新回到组织结构中。普通转录组回答哪些基因表达了，单细胞转录组回答有哪些细胞状态，空间转录组进一步回答这些表达和状态在组织中位于哪里。</a:t>
            </a:r>
          </a:p>
          <a:p xmlns:a="http://schemas.openxmlformats.org/drawingml/2006/main">
            <a:r>
              <a:t>操作：此页不切网站。按左到右三张卡讲，最后强调右侧空间转录组：位置和邻域是它的核心增量。</a:t>
            </a:r>
          </a:p>
          <a:p xmlns:a="http://schemas.openxmlformats.org/drawingml/2006/main">
            <a:r>
              <a:t>过渡：既然空间转录组把表达和位置结合起来，那么它的数据对象通常长什么样？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讲稿：一个典型空间转录组对象包含表达矩阵 X、样本或 spot 的 metadata、基因 metadata、空间坐标 obsm['spatial']，以及 raw/layers 里的不同表达层。raw counts、normalized、log-transformed、scaled 的含义不同，不能混着解释。</a:t>
            </a:r>
          </a:p>
          <a:p xmlns:a="http://schemas.openxmlformats.org/drawingml/2006/main">
            <a:r>
              <a:t>操作：此页不切网站。用中间矩阵作为视觉中心，依次指向 obs、var、spatial、raw/layers。最后点出底部句子：Agent 必须先 inspect dataset。</a:t>
            </a:r>
          </a:p>
          <a:p xmlns:a="http://schemas.openxmlformats.org/drawingml/2006/main">
            <a:r>
              <a:t>过渡：不同平台虽然都可以抽象成表达矩阵加空间坐标，但实际分辨率和 metadata 差异很大。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讲稿：10x Visium 是 spot-based，通常有组织图像但分辨率较粗；Stereo-seq 和 Slide-seq 分辨率更高，数据规模也更大；MERFISH、Xenium、CosMx 更接近成像式 cell-level panel。共同点是表达矩阵和空间坐标，差异在分辨率、坐标字段、图像信息、gene coverage 和 QC 指标。</a:t>
            </a:r>
          </a:p>
          <a:p xmlns:a="http://schemas.openxmlformats.org/drawingml/2006/main">
            <a:r>
              <a:t>操作：此页不切网站。讲表格时只抓共同抽象和谨慎边界，不需要展开所有平台技术细节。</a:t>
            </a:r>
          </a:p>
          <a:p xmlns:a="http://schemas.openxmlformats.org/drawingml/2006/main">
            <a:r>
              <a:t>过渡：有了这些数据结构之后，常规空间转录组分析通常按什么流程走？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讲稿：常规流程从读取和结构检查开始，然后做 QC、过滤、归一化和 log1p，再进行特征选择、PCA/UMAP、Leiden 聚类，最后看空间图、基因图、marker/SVG/邻域分析，并在解释阶段加入 caveats。</a:t>
            </a:r>
          </a:p>
          <a:p xmlns:a="http://schemas.openxmlformats.org/drawingml/2006/main">
            <a:r>
              <a:t>操作：此页不切网站。沿着流程图从左到右讲，强调这套流程不是 SpatialScope 自己发明的，而是来自 Scanpy、Squidpy 和 OSTA 等常规分析思路。</a:t>
            </a:r>
          </a:p>
          <a:p xmlns:a="http://schemas.openxmlformats.org/drawingml/2006/main">
            <a:r>
              <a:t>过渡：在这套流程里，QC 是第一道关口，因为后面所有结论都依赖输入是否可靠。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讲稿：QC 不是形式步骤。我们需要看 total counts、detected genes、mitochondrial fraction、空间坐标是否存在，以及表达矩阵到底是 count-like、normalized、scaled 还是 unknown。尤其是表达层安全，如果把 scaled matrix 当 raw counts 来解释，marker gene 和空间表达结论都可能出现偏差。</a:t>
            </a:r>
          </a:p>
          <a:p xmlns:a="http://schemas.openxmlformats.org/drawingml/2006/main">
            <a:r>
              <a:t>操作：此页不切网站。先指左侧 QC 图，再讲右侧两张卡片。重点落在黄色卡片：先判定表达来源，再解释 marker 或 gene。</a:t>
            </a:r>
          </a:p>
          <a:p xmlns:a="http://schemas.openxmlformats.org/drawingml/2006/main">
            <a:r>
              <a:t>过渡：QC 之后，最常看的就是 UMAP、cluster 和空间图。它们回答的问题不同。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讲稿：UMAP 回答的是表达状态是否相似，Spatial 图回答这些状态在组织中处于什么位置，gene panel 则看目标基因是否具有空间区域性。空间转录组不能只看 UMAP，也不能只看组织坐标，两者必须一起读。</a:t>
            </a:r>
          </a:p>
          <a:p xmlns:a="http://schemas.openxmlformats.org/drawingml/2006/main">
            <a:r>
              <a:t>操作：此页不切网站。先讲左图 UMAP，再讲中间 Spatial，最后讲右侧 gene panel。为后面网站 Explore 页面做铺垫：那里会把 Spatial 和 UMAP 放在一起看。</a:t>
            </a:r>
          </a:p>
          <a:p xmlns:a="http://schemas.openxmlformats.org/drawingml/2006/main">
            <a:r>
              <a:t>过渡：但是看到图之后还不能直接下生物学结论，因为图只是证据的一部分。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讲稿：空间转录组解释很容易讲过头。cluster 不等于细胞类型，marker ranking 是候选证据，不是最终注释；空间表达集中也不等于因果机制。所以从图到解释之间需要统计摘要、evidence ID、谨慎解释和 caveat。</a:t>
            </a:r>
          </a:p>
          <a:p xmlns:a="http://schemas.openxmlformats.org/drawingml/2006/main">
            <a:r>
              <a:t>操作：此页不切网站。沿着上方证据链从左到右讲。强调 SpatialScope 的处理方式：每条 finding 都绑定 evidence IDs，并显示 quantitative support 和 caveats。</a:t>
            </a:r>
          </a:p>
          <a:p xmlns:a="http://schemas.openxmlformats.org/drawingml/2006/main">
            <a:r>
              <a:t>过渡：因此，Agent 的价值不是替代分析方法，而是把这些方法组织成更可审阅的流程。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讲稿：传统 notebook 要求用户自己把研究问题翻译成代码，也容易在字段、表达层、失败修复上出问题。SpatialScope Agent 的目标是先检查数据，生成可审阅计划，用确定性工具执行，再基于 evidence pack 做解释。</a:t>
            </a:r>
          </a:p>
          <a:p xmlns:a="http://schemas.openxmlformats.org/drawingml/2006/main">
            <a:r>
              <a:t>操作：此页不切网站。先讲左侧 notebook 的痛点，再讲右侧 SpatialScope Agent 的对应方案。不要说 Agent 替代专家，而是说它组织流程、降低误用风险。</a:t>
            </a:r>
          </a:p>
          <a:p xmlns:a="http://schemas.openxmlformats.org/drawingml/2006/main">
            <a:r>
              <a:t>过渡：接下来进入架构：这个 Agent 里面 LLM、LangGraph 和工具层分别做什么？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使用 LangGraph 组织 state machine。LLM sidecar 负责理解问题、补全计划和解释 evidence pack；State/Evidence 层记录 trace、metadata、parameters 和 evidence IDs；确定性工具层负责 Scanpy、AnnData、figures 和 tables。LLM 不直接读取完整表达矩阵，数值计算由工具完成。</a:t>
            </a:r>
          </a:p>
          <a:p xmlns:a="http://schemas.openxmlformats.org/drawingml/2006/main">
            <a:r>
              <a:t>操作：此页不切网站。按上方 LLM sidecar、State/Evidence，中间 LangGraph，底部工具层和解释边界的顺序讲。</a:t>
            </a:r>
          </a:p>
          <a:p xmlns:a="http://schemas.openxmlformats.org/drawingml/2006/main">
            <a:r>
              <a:t>过渡：这个架构不是抽象图，它会具体映射到标准空间转录组 workflow 的每一步工具。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讲稿：这一页说明 SpatialScope 不是空泛概念，而是把标准空间转录组流程拆成明确工具契约。inspect_dataset 对应数据结构检查，quality_control 对应 QC，preprocess 对应 normalization/log1p，cluster 对应 PCA/UMAP/Leiden，后面还有 spatial_plot、gene_panel、rank_markers 和 interpret/report。</a:t>
            </a:r>
          </a:p>
          <a:p xmlns:a="http://schemas.openxmlformats.org/drawingml/2006/main">
            <a:r>
              <a:t>操作：此页不切网站。讲两列表格时可以说：左边是刚才介绍的方法流程，右边是 Agent 里的工具节点。</a:t>
            </a:r>
          </a:p>
          <a:p xmlns:a="http://schemas.openxmlformats.org/drawingml/2006/main">
            <a:r>
              <a:t>过渡：到这里为止，PPT 展示的是设计逻辑。下一页开始把这套逻辑切到真实网站体验。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讲稿：前面讲的是空间转录组分析应该怎么做，以及 Agent 如何组织这套流程。现在切到网站，看同一套流程如何变成实际交互体验。Project 理解数据和问题，Run 执行计划，Explore 联动 Spatial 与 UMAP，Report 做证据复核。</a:t>
            </a:r>
          </a:p>
          <a:p xmlns:a="http://schemas.openxmlformats.org/drawingml/2006/main">
            <a:r>
              <a:t>操作：先留在 PPT 讲完这页。讲完后切到浏览器，打开 https://spatialscope-seu.streamlit.app/。如果网站已经打开，直接切到浏览器标签页。</a:t>
            </a:r>
          </a:p>
          <a:p xmlns:a="http://schemas.openxmlformats.org/drawingml/2006/main">
            <a:r>
              <a:t>网站展示目标：不是逐个按钮介绍，而是证明三件事：数据是否被理解，流程是否可追踪，解释是否回到证据。</a:t>
            </a:r>
          </a:p>
          <a:p xmlns:a="http://schemas.openxmlformats.org/drawingml/2006/main">
            <a:r>
              <a:t>过渡：下一页是网站演示路线图。先看路线，再切到浏览器实际操作。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讲稿：这一页是现场演示路线。网站演示只抓主线：Project 看数据是否被理解，Run 看流程是否可追踪，Explore 看空间图、UMAP 和 Copilot 是否能围绕证据工作，Report 看最后结论是否有 evidence 和 caveat。</a:t>
            </a:r>
          </a:p>
          <a:p xmlns:a="http://schemas.openxmlformats.org/drawingml/2006/main">
            <a:r>
              <a:t>操作 1 - Project：切到网站后点击早期胚胎 Demo。保留默认问题，或输入：检查这个早期小鼠胚胎空间数据的质量，比较空间结构与 UMAP 聚类，并查看 Pou5f1、Sox17、T 和 Mesp1 的空间表达。总结主要观察和局限。</a:t>
            </a:r>
          </a:p>
          <a:p xmlns:a="http://schemas.openxmlformats.org/drawingml/2006/main">
            <a:r>
              <a:t>操作 2 - 生成方案：点击检查数据并生成方案。展示 dataset card：240 spots、80 genes、spatial coordinates、count-like expression。说：Agent 先 inspect dataset，而不是直接运行分析。</a:t>
            </a:r>
          </a:p>
          <a:p xmlns:a="http://schemas.openxmlformats.org/drawingml/2006/main">
            <a:r>
              <a:t>操作 3 - Run：继续查看方案，指出 QC、preprocess、UMAP/Leiden、spatial plot、gene panel、marker ranking、report。点击批准并运行。展示 live LangGraph events，强调不是黑箱 spinner。</a:t>
            </a:r>
          </a:p>
          <a:p xmlns:a="http://schemas.openxmlformats.org/drawingml/2006/main">
            <a:r>
              <a:t>操作 4 - Explore：运行完成后打开探索工作区。展示 Spatial 和 UMAP side by side，指出 cluster 颜色一致。展示 gene panel。</a:t>
            </a:r>
          </a:p>
          <a:p xmlns:a="http://schemas.openxmlformats.org/drawingml/2006/main">
            <a:r>
              <a:t>操作 5 - Copilot：提问：哪个 cluster 的 Sox17 平均表达最高？再问：Pou5f1 是否集中在某些 cluster？请给出证据和局限。强调回答要显示 evidence IDs。</a:t>
            </a:r>
          </a:p>
          <a:p xmlns:a="http://schemas.openxmlformats.org/drawingml/2006/main">
            <a:r>
              <a:t>操作 6 - Report：打开 Report，展示 3-5 条 findings。每条都指出 evidence 和 caveat。说：Report 的意义是可复核，不是自由发挥。</a:t>
            </a:r>
          </a:p>
          <a:p xmlns:a="http://schemas.openxmlformats.org/drawingml/2006/main">
            <a:r>
              <a:t>回到 PPT：网站演示结束后回到 Slide 14，讲真实数据验证。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讲稿：刚才演示的是一个稳定的小型胚胎 demo。为了说明系统不只是 toy example，我也用公开真实数据 GSE278603 E7.5 mouse embryo 做了验证。这个样本包含 8190 spots 和 16364 genes，源文件中的 X_spatial 被标准化为 spatial，quick run 得到 7 个 Leiden clusters，0 warnings，0 errors。</a:t>
            </a:r>
          </a:p>
          <a:p xmlns:a="http://schemas.openxmlformats.org/drawingml/2006/main">
            <a:r>
              <a:t>操作：此页回到 PPT，不再操作网站。指左侧数据卡，再看右侧真实 spatial Leiden、UMAP Leiden 和 gene panel。</a:t>
            </a:r>
          </a:p>
          <a:p xmlns:a="http://schemas.openxmlformats.org/drawingml/2006/main">
            <a:r>
              <a:t>过渡：真实数据验证说明系统有一定泛化能力。接下来说明它在科研场景中可以如何使用，以及边界在哪里。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可以作为 exploratory analysis workspace。发育生物学里可以比较不同胚胎阶段的空间区域；肿瘤微环境里可以探索 tumor、immune、stromal regions；病理切片探索中可以整合组织结构、空间表达和 cluster；教学中可以帮助学生从自然语言问题进入可复现分析。</a:t>
            </a:r>
          </a:p>
          <a:p xmlns:a="http://schemas.openxmlformats.org/drawingml/2006/main">
            <a:r>
              <a:t>操作：此页留在 PPT。讲四个场景时不要承诺过度，最后一定强调黄色边界：不能替代专家注释，不能把 marker ranking 当作机制证明，大数据需要更强计算后端。</a:t>
            </a:r>
          </a:p>
          <a:p xmlns:a="http://schemas.openxmlformats.org/drawingml/2006/main">
            <a:r>
              <a:t>过渡：最后总结项目的核心贡献和交付。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讲稿：最后总结三点。第一，理解空间转录组数据结构和标准分析流程是项目基础。第二，SpatialScope 用 LangGraph 把流程组织成计划、执行、校验、修复和报告。第三，LLM 被限制在 evidence pack 内，用于解释和问答，而不是替代数值分析。</a:t>
            </a:r>
          </a:p>
          <a:p xmlns:a="http://schemas.openxmlformats.org/drawingml/2006/main">
            <a:r>
              <a:t>操作：此页留在 PPT。指向交付与验证卡片：GitHub repo、Streamlit app、GitHub Pages、final PDF report、99 passed。</a:t>
            </a:r>
          </a:p>
          <a:p xmlns:a="http://schemas.openxmlformats.org/drawingml/2006/main">
            <a:r>
              <a:t>收尾：这个项目的目标是让研究者更顺畅地探索空间转录组数据，同时保留可追踪性、可复现性和科学解释的谨慎性。然后准备回答问题。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1eca87784b4c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7d82cd0627405c" /><Relationship Type="http://schemas.openxmlformats.org/officeDocument/2006/relationships/slideLayout" Target="/ppt/slideLayouts/slideLayout1.xml" Id="R60365f60931447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365f60931447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2f4db92806498c" /><Relationship Type="http://schemas.openxmlformats.org/officeDocument/2006/relationships/image" Target="/ppt/media/image.png" Id="R94fd91fe1295495b" /><Relationship Type="http://schemas.openxmlformats.org/officeDocument/2006/relationships/image" Target="/ppt/media/image2.png" Id="Ree57d82d3bcd41d8" /><Relationship Type="http://schemas.openxmlformats.org/officeDocument/2006/relationships/notesSlide" Target="/ppt/notesSlides/notesSlide1.xml" Id="R88d4ae03e43140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8d570b3c724685" /><Relationship Type="http://schemas.openxmlformats.org/officeDocument/2006/relationships/notesSlide" Target="/ppt/notesSlides/notesSlide2.xml" Id="R1031ae00f9e94f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470dcb7e214880" /><Relationship Type="http://schemas.openxmlformats.org/officeDocument/2006/relationships/notesSlide" Target="/ppt/notesSlides/notesSlide3.xml" Id="Ra1a2117a6fd74c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684ce8b3f54ff5" /><Relationship Type="http://schemas.openxmlformats.org/officeDocument/2006/relationships/notesSlide" Target="/ppt/notesSlides/notesSlide4.xml" Id="Re83c9e240a184e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55669abd845ed" /><Relationship Type="http://schemas.openxmlformats.org/officeDocument/2006/relationships/notesSlide" Target="/ppt/notesSlides/notesSlide5.xml" Id="R2781904acb7b4c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1b8ccb6464774" /><Relationship Type="http://schemas.openxmlformats.org/officeDocument/2006/relationships/image" Target="/ppt/media/image3.png" Id="R8730c03d03424183" /><Relationship Type="http://schemas.openxmlformats.org/officeDocument/2006/relationships/notesSlide" Target="/ppt/notesSlides/notesSlide6.xml" Id="Rb9ae90b242e64e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7f837504d4071" /><Relationship Type="http://schemas.openxmlformats.org/officeDocument/2006/relationships/image" Target="/ppt/media/image4.png" Id="Rbe3c2dfe73744fcc" /><Relationship Type="http://schemas.openxmlformats.org/officeDocument/2006/relationships/image" Target="/ppt/media/image5.png" Id="R1cfbe9b3cc77485a" /><Relationship Type="http://schemas.openxmlformats.org/officeDocument/2006/relationships/image" Target="/ppt/media/image6.png" Id="Ra0f3490347de46f0" /><Relationship Type="http://schemas.openxmlformats.org/officeDocument/2006/relationships/notesSlide" Target="/ppt/notesSlides/notesSlide7.xml" Id="R494d6d2fcd384f7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e3e773ef74769" /><Relationship Type="http://schemas.openxmlformats.org/officeDocument/2006/relationships/notesSlide" Target="/ppt/notesSlides/notesSlide8.xml" Id="Rb51fcdd8fb7942a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5dbee3d4f4ab5" /><Relationship Type="http://schemas.openxmlformats.org/officeDocument/2006/relationships/notesSlide" Target="/ppt/notesSlides/notesSlide9.xml" Id="R6eff7e4723cf48d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298b0302a43eb" /><Relationship Type="http://schemas.openxmlformats.org/officeDocument/2006/relationships/notesSlide" Target="/ppt/notesSlides/notesSlide10.xml" Id="R65f3c99a7e53437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0d26a9e354880" /><Relationship Type="http://schemas.openxmlformats.org/officeDocument/2006/relationships/notesSlide" Target="/ppt/notesSlides/notesSlide11.xml" Id="Rd1e62a6e48aa4b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97daaa3af45ba" /><Relationship Type="http://schemas.openxmlformats.org/officeDocument/2006/relationships/image" Target="/ppt/media/image7.png" Id="R0027d5379f3a43af" /><Relationship Type="http://schemas.openxmlformats.org/officeDocument/2006/relationships/image" Target="/ppt/media/image8.png" Id="Rc67bd51c41c6433b" /><Relationship Type="http://schemas.openxmlformats.org/officeDocument/2006/relationships/notesSlide" Target="/ppt/notesSlides/notesSlide12.xml" Id="R08b2a28f197c4e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025b40d8e4b38" /><Relationship Type="http://schemas.openxmlformats.org/officeDocument/2006/relationships/notesSlide" Target="/ppt/notesSlides/notesSlide13.xml" Id="R7aef6d225f31402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f2a339d7394a10" /><Relationship Type="http://schemas.openxmlformats.org/officeDocument/2006/relationships/image" Target="/ppt/media/image9.png" Id="Rb45bde7883b8447c" /><Relationship Type="http://schemas.openxmlformats.org/officeDocument/2006/relationships/image" Target="/ppt/media/image10.png" Id="R93c87c94d4c24781" /><Relationship Type="http://schemas.openxmlformats.org/officeDocument/2006/relationships/image" Target="/ppt/media/image11.png" Id="R2769d61c22314377" /><Relationship Type="http://schemas.openxmlformats.org/officeDocument/2006/relationships/notesSlide" Target="/ppt/notesSlides/notesSlide14.xml" Id="R13541edeb12c47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1ef93757f43e0" /><Relationship Type="http://schemas.openxmlformats.org/officeDocument/2006/relationships/notesSlide" Target="/ppt/notesSlides/notesSlide15.xml" Id="Rfa1bdeda55d74e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897c8933be49d3" /><Relationship Type="http://schemas.openxmlformats.org/officeDocument/2006/relationships/image" Target="/ppt/media/image12.png" Id="Rc90a325e27fc4268" /><Relationship Type="http://schemas.openxmlformats.org/officeDocument/2006/relationships/notesSlide" Target="/ppt/notesSlides/notesSlide16.xml" Id="R0157d6c282db4c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371086-F746-4677-B230-CD0569F5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642C2F-E2A8-43D8-928E-E7180980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fd91fe1295495b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>
              <a:gd name="adj" fmla="val 9756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8B39C3-F7EB-49AB-9FF7-AB476ED2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6FE38-2F05-4AD2-AA1E-4A547755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0EB5A-6353-4FFC-B3F2-788630E3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Spatial Transcriptomics Agent Project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7d82d3bcd41d8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>
              <a:gd name="adj" fmla="val 3614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8CCC36-CB78-4536-999E-3AC9623F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5ABDB5-B93F-4B29-A162-6D6EE690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60B6F1-08B2-4C50-BFFD-58964C0F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从空间转录组数据与标准流程出发，展示如何构建可审阅、可追踪、证据约束的科研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B1C23-D3FC-47A2-9549-241D87A0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C6E77-1031-41DE-8B76-958C9377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94755-E80F-418A-AAED-52F4B911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430A9A-1C71-43AA-9AD9-40270E59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28DB4-400C-46FC-8C14-2307AF03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3AC5F-E633-496B-A12C-8C6A5C0B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B06AEB-7410-4B43-BB4C-DC3DBB14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325552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142839-BF81-4612-AA25-23CB8951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A51113-E470-45EF-8230-942CD03B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5F89B-5925-4A73-9D9C-A9DFA690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9C8E3-733A-4E3E-A2F1-50D36C77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97CDA-1409-44CB-8BF1-DEB0B4A5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2CEBBA-1344-4E2C-A087-060D11F8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03BE59-6076-4037-A6DE-152DC9D4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385790-0270-4AF1-A3E5-25015F8D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8A37B-0587-41D5-BFF3-D130C760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EDA982-4D1A-4DB2-BB42-727ED035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3FED4A-1848-4C17-AD33-9514B0EC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E0A5E-AE0E-465F-9736-EC6FA163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0A1DAA-7939-48B4-9A7E-C818866D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C52FB-8AA7-4720-86C5-CD78911B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FF346-502C-4266-BCE2-E420A2D1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10DA42-2F11-473F-A14B-3ADF756E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E1B989-D23A-44BE-9B07-EE835B6F5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86D62-1D38-4C3E-958D-B2887EFC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034F81-55FC-4685-AC47-5B9FF5E9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532701-D713-4BD4-92BB-924BBE8D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215495-8672-4506-B8E0-9FFCC4141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40ECC9-6CE2-4282-9E0F-D7106884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4A083C-55E4-42C7-922C-81B88A2F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C2CBB0-0F00-414C-936F-772F32A7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6BCF72-F14B-4484-A10E-F023317A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6A4536-447A-4225-BB69-8FF6907E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2E0A78-6F60-4EAD-9397-81E5D31F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C509E5-CD6C-4984-93DE-87AB83FD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08208A-FC35-4F6D-A260-E80D3BAA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3E924F-CC67-40C3-BAF2-0319873F8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66C5BC-2E19-4EA7-8077-E51CF7FE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9A335C-0529-45ED-876B-8049DBD0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954713-4C31-4A40-8A33-80B0869F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AC2097-349E-428F-A315-88BF47C6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1D77D5-E798-4B83-8868-1440D0ED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8D8EE8-3FED-4DFF-A96A-9193F8A9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A48448-6CFD-42CD-B9B8-4DDE9044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D34C6C-EA82-43E9-AA88-D035875F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6F6D0F-3E8E-42A8-9BDC-A926241B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B27006-E93E-4C5A-9E65-6A3F0AF6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7514F6-6BAF-4DF4-8D24-5E8C760AB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ECB94A-5D64-49F0-B367-DB793C17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B882C0-B4F9-4969-815D-BF7C01BA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AB03E3-C89F-4C1F-BD71-F734E137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48B0B7-0EA0-4772-B47A-08A86CEB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CE4A714-80EE-4430-BF13-3FCD5225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2089A5-974A-4220-BE6B-A2B7BF3AC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0E6A19-9A0E-4F07-97B9-4A710BAE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F53DBE-8F33-415E-937A-CAA2EEF7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D39CEE7-3160-4369-A0CF-D6A9A179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A98DB5A-4828-436D-804A-61D58493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0170143-1B52-405C-A8E8-C6CB2D8D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C92B229-33DA-4C97-B42C-6A77AF04E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8DFB681-03CB-4101-A4FA-B2857C57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5733C2-F8CF-4380-8ED4-BE0DB0B4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F29CBD4-1C0B-413C-95A7-9C8BA512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078E4F5-399E-4906-8382-383DE176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6063B8F-FC88-404E-BED5-75AF4BC5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18DBD3-0679-46E8-AAFD-3A942E44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8ACBE04-9E6A-418E-BB9F-A0BDFD45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1AE7E7E-ECA8-47F1-BD25-AD040976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B249473-EAE3-4FA6-B2C9-B72C7BE3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C88BEDB-14D1-46EC-93AA-22C4DEB0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AC05F80-CCCF-4F80-8014-753ABFFC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1C820C0-D361-49B0-BE8C-8E394B52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CFAA6F1-DFB3-4E5C-A6D0-2A6DCB32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FD5A5CA-1074-4481-8F4A-5BCC08BC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CECFFB1-D92D-4307-8229-EFE9CCB3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D19D188-99AA-401D-96C3-6CBE809F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13EEC9E-5C15-43C7-BAA2-EB76231B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DE665F-E772-4411-91CF-F9DA1944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D2C5333-75A3-4FA4-8611-68AABF1F5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FE13564-7789-4CB5-9409-706755EF4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C36A4A-7B1F-40A5-971F-4969793F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47C8F2C-94DE-41FC-BEE6-1D562429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23097CF-0A4B-4271-A855-0236AD59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896FC70-7B9D-4102-8A78-0015D0FE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052D831-18DA-4337-97F5-E60AE2EC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BE14C5A-5985-4A9C-9AEF-C6B22A63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7DB2A61-0EB7-4001-B535-F3E4F177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39864E1-11E5-41FF-982F-47C20F4B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02627D4-33BE-4DA8-BE41-1EE94E39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0F536F6-D923-483F-AEDC-05BD3E99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5DA6D27-A398-4455-BB1A-B09A126D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92AB334-2A5C-4BD8-87FF-5F1DCAE4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251BC0B-BDA9-4521-8378-8CEE470F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AFD40CC-1A2F-4F38-A54B-DE2EF85A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365D9D0-7BBF-4310-9021-52B8D60B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E1C61FA-026F-4EC7-BE08-B3573729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A47FA01-4FA9-4CEA-823A-A25F60C7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AF70BAC-2845-4BA9-BE0B-A89799B4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E718C6B-747C-4C2C-A42A-50EADF42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AB2F833-F8B4-4E9C-A139-0BCADEB8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B0F165F-0C3B-4ECD-A049-13FCF519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A52AE0F-D9DB-469C-A667-C623D0BF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D288864-3F9E-4B68-9A45-250AA840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871349B-05E2-45A1-8AFE-5EED637ED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100B647-AE51-4442-8817-B3E678677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BE9561C-A817-4CA4-B0A0-DA3A951E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82B6183-3D27-4CE9-A0BD-91BF3439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4FC52CFE-52A1-48EF-8748-DF0D0B06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5301AFD-1FC1-4AEB-ADEA-D7DD2361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8994E21-354D-43CA-A548-252CACA2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4948189-506D-496F-B844-3D81EA7D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1702576-BC08-4415-A08B-95C300DB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225493D-62BC-426E-864F-C042A2DC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2A0AD48-1AC5-43D7-903B-26381B4C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2E61EDB-7CB4-485B-8278-C147DFAC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29B0CAE-27A5-4637-8729-C330FE92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F144CA0-D51C-4572-B78E-D5AD839B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7A52820-4489-4F86-AC8D-5BB50BFF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47F331D-FE64-496F-B539-FDA47575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F0CA1363-8D80-4A14-8B11-B60B46BC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72EC6246-25ED-4D27-A68C-71632F5B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5985F500-56D9-47F6-B9CD-26B32A59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6A5FE9C-74C3-4BA5-BD1D-04C120EE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038A516-0268-44A7-9D1E-48928020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58C6B19-49ED-42CA-B140-4F13EBCE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A52353D8-D68D-4425-A9E2-DAB50CF2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2315D99-3FDD-4733-9216-56910B0D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2DCAD666-A0E4-44DD-A4B4-E62E0C1D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519A3F2-6F4C-4F9A-BA1E-2C3EB34A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D24DA83A-7E69-4642-A469-0B812C1D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BA8D3DF-7191-47ED-A3B3-DBA2EF7A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7D0629E-DEA6-4127-99D9-BE4E6C27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A636583-55F4-4AAA-84A5-72AB304B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FC0F8018-B43C-4823-8F20-67F6F1C2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36B04E4F-3B88-4221-A487-0E947A893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A67EB651-4330-4DB0-BBFD-51A677D4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F4C61E87-E7FA-4B7D-B7E5-68381BCA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3E97C75-BCDA-46DD-9CD8-1FB63630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E7DD834-7FA4-482C-B1E9-1EC1F843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1D92F932-CC80-4DBA-813E-6B4FE329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162520D6-D812-4BEF-A140-3F1F8102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A297056-24B0-454D-B4CB-510C11C3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A57FDC30-4595-4F60-A4B8-96AC54A6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DE9E7F47-EE1D-4309-9B00-0AD823C8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005B2CFE-F592-4F61-AEBD-300E66627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B6278F94-316B-4298-8B26-04930E6C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A570D87-2F93-48C3-8ACA-123C6F15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CF69112-23BD-4D58-A74E-72496379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5F94DF8-D609-46FC-9F7E-B4FE5A28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5DE1C73-521E-4AAF-81A4-33523EBF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A863FF99-737B-402E-8472-3DAEC177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2C53A5FF-87B4-4F9D-A5B6-618E54C0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A807D645-71FC-4AF7-B1CE-1657E5E8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61E898C-A4F4-45BB-B957-BA5DF494B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4D01F01-5077-457A-9446-BB686B9F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21AF69FF-0653-40C2-89C7-9738E520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9AF536E-19BE-40B5-9919-907495CA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0AFADC0-F80E-40EB-A302-FB79CAE1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551E8A16-4079-4984-8C64-CEA5627C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31E1F60-DDEE-4B95-AA10-DDF4A519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3EBB57D6-D017-4571-A592-B9FE5B5EE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9252E86-E8A8-44D8-99B0-E927A33C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17449E5-CDC2-4FAA-9653-2A9CA258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5A0547C-56BC-4D82-AD00-BD31958A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5239C0E6-B1B1-44AF-BC2E-C2E4A958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59A6438-2398-45B9-A6DE-76786837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EFACD712-C4EE-4036-87A9-BDB92C624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658A4FF-F531-4E9F-B2C3-02BFC3C6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64599E4B-7881-4FB6-B31B-7F2E49AEC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37417D94-7F62-430B-8465-3C24BE67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892230A1-247F-4477-BC45-D41C87C7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9404196D-4BCA-4A1D-8E44-A17F8073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00CEF1B-D9AF-43B8-9B81-481C6DB9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D3CB45B-A7A1-4A71-B651-BD9BEAC0B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A79B8BA-FFD4-4592-B0CF-8CFF3F1C7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4A41E6DD-0A1F-4840-93BC-E35AE9B5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E4DE369B-217C-49F0-92B5-1F0A9C14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CB622A1-76B7-42ED-87A8-6BACA2FB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BF6229CF-965F-4538-8EE7-C94CF36C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EBF64624-CAA1-414B-8EB1-8B2039B8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809576DF-FA2F-4F62-A1EA-FF9AA6B8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F4A021B-1BE2-4858-A6C9-260767FE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53357D7-B9F9-4164-87F5-8A452727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21A3FC1-DAA1-4CC0-AFFA-A328FDEA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1F36F4F-87A1-4BC5-A447-54535696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4F2BDB9C-D10B-4D4D-B96B-7AA5C863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8BCD9AC8-871E-4538-8AC3-515F678F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F9090DF-CF2D-490E-85C4-DBDE471F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1DCE585F-2D06-4BAC-84AD-D6E1FFE4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8CAA27EE-8886-48E8-B0C4-94CEF504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1BD6A34-1233-4E41-9CB1-4B384F89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0E6F6D86-1DAB-43E1-AA74-825BE4EF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BDD57ABD-E2DB-46D5-8C85-FC6AC9B6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7E9C4510-3798-40E1-AAE4-88B36573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D7B3CC85-E8E7-44CC-97FF-ECBEE1B4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51EE4331-6BD7-486F-9FD5-08EDBFCC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4AC4244E-56D7-40EB-B62A-93313C7D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4322FED2-AB4D-48BD-A999-59CAFBD3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D0528208-254F-493F-AF2A-B55C92FA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BAA9F408-7A68-4DF7-AD41-8D470B09B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50858E25-40D0-4786-8D87-3F3A7EE4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3D53B207-8F29-4BB5-A655-17361EB4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C4122506-9476-45E5-93F7-8B8EB723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ABC513C-7F3D-4986-80E1-773BA436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E7DED159-9AE9-493A-A84A-0F8DD130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7899984E-3309-4655-81CE-B962EBEF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8B9535A0-453A-4AFB-A7D4-148DC0AF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BB01E52C-B010-4AA6-8E70-334373E2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7709133C-8530-409B-ADE2-849D007B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DA5B1843-7671-4D37-98B5-9EFED9AC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72A6B266-9537-4215-8C19-F424E766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AF5127C3-811C-4DC1-88BC-C5671DB1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631708C3-A813-4235-9502-35691FF1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88467B2D-1010-414B-8D00-287C97CC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EFB44848-9A84-457A-BC1B-139CF222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4EFCDE62-0C10-4D50-AC73-EE955897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8BD13E3-AF19-4850-BF96-E6824542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7DE90D3B-AD87-4C94-BB6E-364A26D9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9D7E77B6-8D90-448C-B511-24029B63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D865FF6F-8DDD-462D-8DB5-1F95C1D3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6F8D70DA-75D9-48B3-B474-0AA6654A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BD4908F3-A83B-45E0-A068-9B66579F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229CF5B8-AE85-40D3-A7AB-6236C4928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9897D85C-E7EB-4264-8003-90A82A66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5B392013-6DE6-4454-AAB4-E822C504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DEABE820-AA29-400F-98A7-01F83D7A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B95DA19E-61E0-4C69-AD8C-6BA0AFF8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4C92A3E5-809A-4D99-B4A5-255F42C3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25B6B707-DEC6-4C7A-8850-089A4DCD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427DD803-1F8D-420F-846C-7FA71635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1756102A-4CEF-445D-B2AD-CA45A49B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E9472113-8F87-4069-B043-57A83DA9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AAEDA236-E56F-4F23-AD5E-F0673166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48144540-AA6D-4F21-AB14-09C6E4A0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BE6E9C8C-040B-498D-9EE1-DDD094A8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BEDF8C80-6471-4D9C-9CEE-DFECD7C7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14CF1B67-EC8D-4226-882E-A9B5B92B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58C0BF80-99F8-4EC1-A08F-9602F2F4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26F98D53-0963-4C2F-8E4A-DE8C6906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6C5F1629-9BC4-4679-B968-3851E49A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14F3E435-1403-43A5-A02C-E9FD30CA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6C00E579-7ABB-44DB-8F34-86E5A311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0FD21425-9462-4B7D-8ED8-0D805F4C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73F1522A-2FD0-4917-8953-2BD76E50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DA3EDC32-D25A-4E22-A877-3E2D7131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60CB5423-8BF0-4475-BB79-4DAD8FC0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EDAA5566-4B1E-4E49-AEB4-CCF66818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7E227BB3-B19E-4870-9162-4B73E5FB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8699B788-C6C2-4D94-A588-BAE3A26A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18EF8F66-CEDB-4F82-AE96-529E0F21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50D5ABDF-6774-4ED8-BFD5-16D01B1B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CA3B231F-C5C9-425F-AF9D-4F451808D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CD80E074-953C-493E-9282-F6A908A3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4E3315EF-819B-43EB-8A02-1CFF19EF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B8D43D8A-CFD4-46F4-92F7-270F1636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14AD7382-86B4-47C0-BBAF-FDE12B7E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8E9AB3AA-6EC5-432D-99E2-73ADEEF6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299E4FB2-8E21-450F-8A6E-48741CA1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B6AC15E-72CA-4E85-B3B6-A4B762D8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0210FFFA-4821-4332-B51F-38C59A34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E328C89A-7EAB-4C1E-85DA-712E52F9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F21643FD-FF38-4FB5-ABD8-64180271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97DAD4DD-81A0-4D1E-96CD-CAEFF68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167AE0A4-BA1E-4BB3-81B9-DB7BBF25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FC48D077-CB8C-4DAC-BE3C-C378AE23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95AF42D-7EFE-46BA-9871-2BC473B1D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673068B9-A448-4174-84F1-5EB6EB88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4F91D1E-D195-429B-8BE8-BCC10EB1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A556E3C7-4DE5-4ACF-AD9E-6011E0B1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FBAD0D5C-6698-494F-A243-EEBA54036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83F7406D-3B61-415D-95CA-2601136C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E51418DE-1987-4B37-BAF2-74C888D3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D7CE1317-8BC4-45EB-86EF-AFB1931A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D5D56701-4486-40BE-BEB9-1BD4CA81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FECC605B-59FE-4795-9CDF-B9591D6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5482DEFE-D6FF-4375-8301-58263C64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F5C33B2F-04EE-47DE-9CE0-07D439D1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F9BCB22A-1040-402D-B0F1-C599BC8C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9C0E8C7B-52F6-489C-8884-4178D07F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521A6CEE-D01A-478D-9071-DAC8E650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F194989A-4DD3-4378-9F5F-F5821441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2783CF1B-651C-4783-9A43-8259380D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B6F414B7-5C26-4B30-B196-509DA30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81711A04-B251-48A9-8002-CC976BCF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89E03D1A-801D-47F9-9702-F292ED44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4D87F67D-AFFA-4B82-A5B9-6C3F75F7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E24BBF31-6972-4DA7-B3C2-AB6EAFAF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EA381D22-537D-454F-B90F-35C5AC50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39CE12C6-10F2-4716-9A7E-A57D94B7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A02F3DE9-2207-4C4E-8793-90C35514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1A18F618-104E-4D25-A455-06FA24D4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9AA5984E-AF78-4517-B590-6E0DEE77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0DC541D0-D920-4A8E-8795-66BF612D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38F83F04-00A6-49D8-9E4B-A3674C55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DEB46772-7304-4133-8A80-9F1BE69A1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EC08F6DA-2E4F-406C-95A3-E958F7EB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E0D7B69C-017B-4746-B1F1-A7AD3E77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D29344E7-9D12-4487-B7B6-BE627D3F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1B2C69FF-1311-4B12-8B26-DAB05D0F5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022403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3727B5-C91D-45CD-A3F7-EA3E23F3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23023-A58F-4CB8-B220-96E9161B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771EEE-B324-4537-8589-DB479CEF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6AEC0A-0320-4233-8A74-5594D908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524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82157-6629-4DC9-8EAF-2766B0C9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549BA-5AC9-4548-BB86-939019EF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08EEF-05F3-4B97-B0EB-057B0ABC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542769-4175-463A-A647-AD6212C9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B4CB9-3183-4944-BEF8-568EE415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B1545-523D-4C93-89E4-03CF27E6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ABE9F2-5F17-4BAC-B19D-FD08E220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2FFE1-F8A6-4345-926B-DFF35157F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D4E459-B1DE-4545-B2A5-60DD67FB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400300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70A49A-CD81-45AD-8059-DA09BC48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236AB3-E423-407B-8904-1C51BD3B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FEF448-F13B-4191-8820-2AB766E3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6B150A-1F62-404A-A30F-3B8546EB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CE6DED-8F6A-4EAC-BA4A-6DDF42575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13F0C7-0FC7-41C4-9D1A-96715C81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03767F-94C1-4C47-913B-912E9C3D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E499F-76F8-4B34-A99F-77F905D5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9A53A-5078-4F41-A5BE-5400ABA8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645229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A53E54-6527-49FF-9877-1FC1500E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0465AF-9414-4D22-A56C-8BDABBD0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64C58F-FAC7-4C37-9203-C4641544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F027E1-5942-4B25-9938-BFE3076A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4F47ED-84CA-4B70-A9D4-24518093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492460C-4DB2-494A-AD92-0EF36F87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E92D4-AF34-4379-ADE4-828A8FF4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9CD971-A845-4E40-8150-D8CE8702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5C8DEC-232F-442C-B0E3-EEA1DC30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2890157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4F77E5-2703-4FB6-B2C6-D7570EB6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DCBB21-4DA7-44BB-9C0C-530648877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8765B3-5FF5-41C5-8656-9732A010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CC16CD-CF51-4292-A5C5-953CBB84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1800A0-AC61-4B2E-8BB2-9147BB9E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01DA31-ECE9-4632-884E-370B5D4B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894BA7-739C-4966-82F4-4BBB3725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403EFE-818C-478F-9AC3-5FDC6C4F9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028166-31D4-4B8C-BC34-16B015A08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135086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6609E5-DE7A-47D2-B8E1-B0CCF058C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3D04A73-9EBD-4A12-8534-FF6D3F25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28C8BC-9582-42D5-80DC-2471F6AA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3E64145-FF48-4F2C-8254-B9810359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3A7031D-F887-45C1-A95A-2E91D21B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5DAC82B-626F-444A-AF89-2669F32A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C20DCD-911D-4B6E-9E98-1F74CD3B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B82643-B5BF-4807-889C-A5E6590E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69FC9A-5E47-4BBE-A680-F902CFB7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380014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2CE29F-3E20-42D8-BD3E-632748DA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21BB160-74AA-4827-911F-1C149EF8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4267709-6602-4F97-979C-BC66DD96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575AA0-A835-40BE-A7DE-9E5FEB04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FF54264-1948-4CB1-BB46-5E1D9965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9C8B42D-932B-4A47-830B-8E607E06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1E723B8-EC90-4DA5-8BAB-6EF74BD2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3F0930B-D066-4D5A-860D-A8BD1A47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5CA63C2-8DA3-4137-9534-F1770CC7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624943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01EF9F2-47EA-42CB-A5F7-70E0711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8518B22-4ECF-45B3-A56A-B8488D42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14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03D46F2-BAEB-4584-B21E-597AF7BE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79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EF26D22-D845-4F8C-BB2A-4E0B4DE2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ECAE4E-F813-4A15-B9A9-A416BAEB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10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0C76B79-D237-42CC-AE26-29FB989C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76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CE9063F-5600-4007-9737-226D1896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4830478-8A27-4DF7-9A91-548CB09A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070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901095-BC82-46A8-8015-3D3940FD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7250" y="3869871"/>
            <a:ext cx="317500" cy="2258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34A24ED-4C38-4F5B-96FD-5FC80A41A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955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E38535F-A73B-4F98-AB2B-5063D124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38450"/>
            <a:ext cx="876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spots / cells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4A77464-E81D-4CF1-93ED-AE9176F7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X: spots/cells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C51087-A882-4FB6-8FF8-AE0733AB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AD8FE35-ABB4-45CF-BB85-64128515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B8566B7-8173-49E1-A5BF-EE9D2CF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19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5B1273E-B1F9-4FC9-B2D3-225E3124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8EF8A0D-DF81-44FE-A17E-A386B965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7153B06-E431-4CB0-B1B4-025D4EB4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C50F06E-6201-4270-8445-721E64F2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CEA6D50-1D5A-4E67-975D-1CCE1C5C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33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8A14846-CFEF-4B49-A05E-2748A0D3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19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0781AA9-F513-4259-9B2C-022AA30B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52797F6-AE6B-427A-A9B1-B67DF567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708507D-B8E7-492D-9763-8611451B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77E7989-9378-44D8-B7C2-DC7BC47E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00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175" name=""/>
          <p:cNvCxnSpPr>
            <a:stCxn xmlns:a="http://schemas.openxmlformats.org/drawingml/2006/main" id="71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>
            <a:off x="3257550" y="2600325"/>
            <a:ext cx="2076450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6" name=""/>
          <p:cNvCxnSpPr>
            <a:stCxn xmlns:a="http://schemas.openxmlformats.org/drawingml/2006/main" id="74" idx="3"/>
            <a:endCxn xmlns:a="http://schemas.openxmlformats.org/drawingml/2006/main" id="83" idx="1"/>
          </p:cNvCxnSpPr>
          <p:nvPr/>
        </p:nvCxnSpPr>
        <p:spPr>
          <a:xfrm xmlns:a="http://schemas.openxmlformats.org/drawingml/2006/main" flipV="1">
            <a:off x="3257550" y="3205163"/>
            <a:ext cx="2076450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7" name=""/>
          <p:cNvCxnSpPr>
            <a:stCxn xmlns:a="http://schemas.openxmlformats.org/drawingml/2006/main" id="83" idx="3"/>
            <a:endCxn xmlns:a="http://schemas.openxmlformats.org/drawingml/2006/main" id="77" idx="1"/>
          </p:cNvCxnSpPr>
          <p:nvPr/>
        </p:nvCxnSpPr>
        <p:spPr>
          <a:xfrm xmlns:a="http://schemas.openxmlformats.org/drawingml/2006/main" flipV="1">
            <a:off x="5343525" y="2600325"/>
            <a:ext cx="3228975" cy="6048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cxnSp>
        <p:nvCxnSpPr>
          <p:cNvPr id="178" name=""/>
          <p:cNvCxnSpPr>
            <a:stCxn xmlns:a="http://schemas.openxmlformats.org/drawingml/2006/main" id="83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5343525" y="3205163"/>
            <a:ext cx="3228975" cy="9001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475569"/>
            </a:solidFill>
            <a:prstDash val="dash"/>
            <a:tailEnd type="arrow" w="med" len="med"/>
          </a:ln>
        </p:spPr>
      </p:cxn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EE32E5C-5653-41DB-8CBA-BD4FE684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2FB9792-8961-4BF7-8278-14940FD9B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DB461CD-735A-4680-AE2C-855C9345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5856A6D-3734-4664-B203-E1F455A4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5075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F4C42F-BF46-4076-8DB8-DB3FE93B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60883-E392-483E-834B-8A64C683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64B9F-5B6C-4C3E-8EE5-77EA2701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ADDD7-648F-46B4-8BEE-C6E98B859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4E9AB1-987F-41DD-8905-B5BC09E9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F0288-7FD4-4544-9E50-310F31DB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EAB34-DAF3-4031-8394-550E57175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D4FAD-CD80-4D63-94FD-3818512C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41A06C-2AB3-491F-8326-19BB6469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596242-6F65-4EA9-A0A7-8D3B1C13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1942F8-C637-4773-B94E-0E3801B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B35499-0AD4-4BB3-9DF2-1A495C4D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260D8E-D79B-4844-9092-2D42246F4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87EC2D-6C5D-4B77-9B4F-0E6B3D2B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17AB9A-5E31-4D3C-AD2C-063F993C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C8471-1F6A-4A42-94A4-9714D631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33A6D7-C446-4B6F-82A4-7E31B00E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61406-5BB1-4A1C-8148-A37B2359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50C2AC-C000-4A83-B491-DC12FF75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D84973-1EC2-479D-B052-FBFB3A27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CE8E1C-020F-479A-8E93-F79BD32A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DC6046-9865-48A9-9694-BE22E9A6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EC9A3E-04C9-4122-874D-2F496A7A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C7EEBE-EE1D-489D-B2DF-B0BD8FBEE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1133F6-A924-48AA-A4D5-4853310BF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848CC6-461E-4D3B-AE63-67198124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F618B5-51BE-4E88-B260-2D924F89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744784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F59FB5-1E37-4660-BF6A-55A7A2DB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DC5EF1-1CC8-4C07-9D1D-23FEAE8C5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06FF5F-EED3-4428-9F8C-9B05D585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C8C10-053A-4BFA-9C7C-8D7590D9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64427-B7F5-4B99-9564-7A0201BA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BA2CF3-2C84-42F4-B39A-D7807215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B215E-878D-449F-870B-55289BF5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68B5F6-3251-4F3E-BB33-AFF9ED3D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588E31-5522-46BC-A19F-C57E6A08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81727B-D656-41AA-B14D-95A27220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39E753-FD7F-4761-9EC5-24B2FAAF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B4D407-F7CD-4342-A853-09EB28E9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765EA6-03A6-407F-90F6-5A9F78E6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8843C1-96B1-4219-BCC8-40EAAEB2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5BBB9-96F2-4768-9ABB-112B7DB17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05B771-E31E-4D1E-80E8-0CB435E8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0A7E47-7386-4AFC-90D6-FA0699C59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568A19-F70A-4168-A33A-2AF93EC5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46CA59-15CC-468A-ADCB-A2421030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95CC0F-952D-45DD-A73C-482B12F36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C52E0B-C851-4B88-BDD4-B54B1645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9D4BE0-698C-4901-B6FF-3A5A5179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F28C9C-BA8D-4117-8C93-09FA3B4E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E993D2-ADC0-4F3C-AC25-34340AB6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C79D40-BE64-4074-9780-DB1D408A4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4FABE0-4803-4BB5-B966-97B18209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92D1E3-2448-4366-AE5F-938D687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2EF577-4319-4EB4-9FF6-8EE900C1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DDAC2-270A-49F4-9689-BAEFAA5A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1ED964-AF3E-4029-B62D-D7389E5E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783702-3895-4F7B-B951-31886442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9E0680-8D55-4504-9450-BB8C6B13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2572F9-C5C2-404F-AAD3-6E2287D4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359EF3-9A97-46FF-B6B9-6EABA4C5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61AF45-0C9B-450C-8357-9B7F7C49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ED2295-4A1F-46E8-B670-4E9F5251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7E6D7A-D6E6-405E-9F05-E2CBF008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517412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7E3E87-7BF9-48B1-AB48-9AF8AFBA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CEE9D-2DB4-44BA-B047-F65369F3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30c03d03424183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>
              <a:gd name="adj" fmla="val 387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64145-C050-424D-A847-33D5CD2C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CE3F45-5A06-46B2-A41E-18DDC50C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F4A270-EB0B-466F-B881-EC327515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2C476-1A0F-4CDB-91E2-86DDBD205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E20BE-D936-4953-8599-DB89A770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315896-D8A8-4F55-B47C-078C39D8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C57A89-24FE-41A3-855F-BC3B3BF9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483B00-209F-4ED8-A2F8-C8F2E67A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DBB69-33A4-47E9-B64C-E8AFADCD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1B05FA-8B43-4585-AD42-46A49415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21958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3C7F14-FD54-499E-AD13-98D29C0E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F02D1E-785C-43DF-9312-9F4BBFA2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c2dfe73744fcc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e9b3cc77485a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f3490347de46f0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>
              <a:gd name="adj" fmla="val 4800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7B9BC8-D95A-4A93-8243-12AF3324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5CCB2-9D1D-4C77-BE14-4302604B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D477DC-9513-4F5A-B0BD-3B0C1621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BD326-65FD-4958-9E59-6D40BCEA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D43F7-63FC-4EC5-B794-AD87A02F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85AA8E-750D-4172-B2B3-7D14A9FD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C689F-A6B7-4805-A57D-881B2894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A26A6-4E9C-4998-BB13-C12971DA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5A0AC-8E22-4C3B-A159-73C2E7DC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AD8E7E-4D52-46E4-AD33-67D60F02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DC8DE6-F232-4EA4-A958-510FC119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5C93F3-C63C-4F0D-B188-BE2FBEC6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1C45B9-64C8-4C8A-801C-13B5E11C6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5880024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69ADFB-E709-4C31-A7FD-C252088B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93F95-5D81-4E10-846B-EC3D6A2B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4000FB-7D5C-494E-B439-A5853C29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1CCE7-05FF-40C3-973E-A50FF993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380BC0-F38E-47AB-9A26-CF03A744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6B5BB-26FA-4DA7-A1B7-44FA179F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94598-D0AE-46A3-AED3-777ADAAD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2AF9DB-481F-4767-9274-589BA013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C96392-E364-4A88-9816-4C4B2290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DCD322-5CBF-4B73-9C1E-F201414DC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8DAA23-610B-4954-B30D-E995222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E580CE-E2A2-430B-B25C-C8BF4FA7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02842-58F8-4E1C-85E0-D22893BE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561E6-B356-432D-B79E-62B57E5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1A669-8364-42EB-98E1-0CFDAE5D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22FEF1-DA45-46C0-89A0-DCE92FC5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E92B01-9528-497D-9346-92C829F97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8D4DC-CEE0-403E-AA5E-2D21DC38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887E3E-6768-4221-B34E-B3192F4A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15230F-EA67-4B48-A094-898E75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D927FF-C048-4AA1-9FAB-44E43AAA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BFD563-804D-4377-86BA-C1772CF2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6A024D-9B99-4FA8-ACEB-0D2E6876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046E0A-EA3F-4261-87D7-7DF086896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417490-2FF7-46B9-856C-4840C1CF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86BE15-4303-4BCD-A26A-ED901999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DE6D58-9349-4CDE-B29B-B7DF6251B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B29C63-32BD-4440-9CA9-BCCBE136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53845F-C7DA-455F-AA85-643B17F4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DD830F4-D931-4449-B7CD-56F3C716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C6F5E5-2026-4FAD-A876-EFAA122C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E644793-68BF-4F61-9946-35C7C575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3229E8-77AE-4C7F-B2B8-3D1CBEB3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943A46-917E-43E4-A829-F3C8FFE3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A53B05-572D-4BE2-AC47-47F9A88F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B16911-4EFA-48F6-866F-8DA78ADA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47A58E-7034-4462-8F08-B93CA571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847683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C89AAB-77AB-4050-9880-C07C7D1D1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030803-2855-4B2A-AECE-62C44460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E7EFF-3B0A-4E5F-9C36-508AE70E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2CE2B-05D6-4AD2-85C9-E5B1BEDB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0AF41-468D-4A89-8643-EC1B8E63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6145C-A8D1-496E-B49F-89AE39FC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E0BB9C-6125-4DDF-A205-8D6084B5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FAF43-1072-4FDB-AB73-4C00100B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29FB0-46D4-4946-86D0-1D18809A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952265-3A2E-4585-B4EC-36B80AD6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938DC-5713-4864-AF33-BBACEAB1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1EF02-21CB-40DD-B1F2-ED8F62DC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F752A6-EB59-4695-AE3F-9DFD55079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005110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73943-DC0A-4EBA-9A21-BF3006A4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DEA5D-CA60-4DF4-8870-E01E658D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9CD94-6CDC-41CE-A492-2BA9CDEF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92D50D-AAE2-4314-A234-6E07E45B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32AF9-A111-4FBA-A0AE-0CD44E4F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3D7A7-EDB5-45B3-A69F-EE7DA03A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896352-F745-4DD7-A8F5-3F6C3CBF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DFAEB-4B8B-48E2-B4F3-51722D3E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5A578-B8DE-4319-ACE8-F21C7DC1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55578-FED8-4CD3-8EB7-F67746EF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9BD50E-0DEA-47AB-846A-835C0B8CD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94CB4D-9688-44A3-91D3-3F6EEE39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2FCBC-9949-468A-9140-DDF3F1C01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26BDAE-72CE-4B1F-955B-15AC74F3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2BC29-43E1-4AC6-902C-AB6C2FB3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20ABC-1DF9-4240-B779-96B82D18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B6F33-2EB4-4DD5-BE7B-6260D7B59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D9F27D-F08C-45D7-AD62-14ECDD3E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18C7E9-4084-4DE7-B7F5-B58EDBEC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1546D5-BDF5-4297-B237-47DC08E7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BC8C36-8E78-490B-804E-917279831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CC50AF-0C8F-4A00-823E-37BE69F7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4562FB-E06B-4847-9BAD-F5E9B7AF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E738EE-516C-4CC8-89BA-8472D401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5813D5-9BBB-4BDC-A62F-7592F750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710F6C-9D7F-4AFE-8CBF-8711837E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BC9642-A2F9-456C-866B-DF56C9A4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156E01-D489-41D1-B397-0020D258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67131A-8E47-42F0-B24F-269B6E9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28A851-689C-44DF-9839-B8497C41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157825-9BA9-4EA4-B715-F9D94A7F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C5F722-914D-40C0-AB55-7C531FA3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E7F699-67E9-447B-8758-ECCE14C2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FFCF78-5AE6-463E-A77C-B22A20D7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B8DEC6-601A-4094-9B9B-8D06C6A2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F00469-D1D4-4C9C-8894-B15DFD9A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C4EFD5-9A77-4145-9DCB-DE84BFAB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DB1F37-7490-4C12-8F65-72A2ED6B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57A7301-BA8D-44B0-A1A5-B136A87E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2A3BAA4-6CCF-4F79-A346-8ACC4F1C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39262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0F6FDB-1697-4B65-B7E2-D920E70B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61297-4EED-43A7-B4ED-3CD3371D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EBE53-6A5A-4432-A223-B4B8BDBF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3A86E-89C9-41FC-B480-F7613345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77235-7F6C-47EB-8F62-BA354E3E2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1FCD8-DF94-4D61-B13D-D1EA7F64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3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833CD-2ECC-4A2C-A367-95724DE2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95384-BEC9-4F93-B0BB-CAF18DFC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41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8F1C4D-9429-4B98-A5EC-9619DE57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EBB33-8361-4EB9-A457-3730A015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44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9103AE-AB6F-4967-80F4-22EE396F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4F82B8-DFF0-4AA9-8399-D2602DA3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47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B4FB0A-062D-49D7-AE80-B09F2317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00575C-5D74-4064-B5C8-4C9C2CDC6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50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8AFC55-5AB3-45BB-B7F4-5B6230C5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0AA6D7-FA93-48BE-9BE6-EB8B77F9B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53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2BC214-217F-4DF2-953C-3D416FF8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0FB90D-B92C-46EC-BFAE-40F6AB61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56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38D68E-0F07-42BA-A3DB-CF284F43E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519764-B142-474B-BCE3-0CCE1F95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59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7EA511-8386-4A73-A76A-65AA6B62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C83CAB-EE78-46E7-BEEA-20317B08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39F854-1132-4244-ACD6-2EE38B85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0733574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B1F713-1CD6-4CB8-A979-0A938F1C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205469-748A-41DB-8D25-7C92EA78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从标准流程切到网站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7d5379f3a43af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619250"/>
            <a:ext cx="4762500" cy="1943100"/>
          </a:xfrm>
          <a:prstGeom xmlns:a="http://schemas.openxmlformats.org/drawingml/2006/main" prst="roundRect">
            <a:avLst>
              <a:gd name="adj" fmla="val 5882"/>
            </a:avLst>
          </a:prstGeom>
        </p:spPr>
      </p:pic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7bd51c41c6433b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619250"/>
            <a:ext cx="4762500" cy="1943100"/>
          </a:xfrm>
          <a:prstGeom xmlns:a="http://schemas.openxmlformats.org/drawingml/2006/main" prst="roundRect">
            <a:avLst>
              <a:gd name="adj" fmla="val 5882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A686D-A858-40A9-B42B-CC0D036D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67150"/>
            <a:ext cx="97536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7ECD8C-8DD7-46D0-8860-89658511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95800"/>
            <a:ext cx="918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D3E6DD-D738-4461-BE5D-42428A52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9CA13E-B070-40AA-8122-0011E0EE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03886F-0CCA-4CEE-A0A4-73B3F8C7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700BA6-420B-4089-9835-1F0B2BC5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07BE94-8618-4C21-9D60-5FEDC4FE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A53639-EB68-4659-98B1-85772A25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Project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4532D2-EDC3-4B30-AA39-D7962CE5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6A38D-93FE-4D86-9E35-794B4D64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97437E-617A-4BEA-A81F-C52C1A7F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138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483251-0887-42E0-9451-BABAC4AC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689209-B321-4199-B9C9-883F3796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119D0E-5C09-4104-88E1-1FB61366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联动图表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4C72F-942A-48CC-AFAE-CAEA2F49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263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5256E7-29DD-4D05-8D75-261DF4CD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AC70C-5FC9-4ABC-84C5-FFA5F2AA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10ABD3-6C85-4604-9602-802B02E1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E79EE3-EE50-46B7-A1FA-725504CD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PPT 已经讲过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8D96F7-8445-4C9C-AE12-EA494644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数据结构、QC、降维聚类、空间图和解释边界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4AE61E-2CDB-423E-A2AE-F1085B4E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F04328-07A2-4F59-B017-89562F1D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接下来在网站验证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7DAB0F-E9E7-4519-B577-0852E1D0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同一套流程是否能被 Agent 计划、执行、追踪和解释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F89570-BB4C-4DB2-A4B6-0E56BB10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B7CEB9-83F5-4CC2-8DC6-52B0CEBA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Switch point: open https://spatialscope-seu.streamlit.app/ after this slide.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E6F754-E9BA-4E80-9A9D-0DC3195A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287141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CD42DF-C00B-4D98-8129-47A9CAE4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935B0C-88E9-4018-8A19-50AE1C3F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现场演示路线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98A4E-37DE-4F72-9E0A-7AB126B3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6E13F-C6AF-4007-833C-E278C39ED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A37914-9CB6-49C1-9033-0A1F56CB0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0E8776-1E4B-4E77-B031-973AA170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2EFA0-5633-4E9A-876F-8465905B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CC3B9-86DE-4A97-AF22-37C22291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6F3288-266C-49B1-A7EC-16E6C01F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61F66-90A6-4625-A0D8-68C64933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78EB3-A098-4CB8-9535-C1190A72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ABC86A-6E5A-4828-84B9-40BED58A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864781-7294-40E9-B7F0-F92AA077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03C26D-7BEC-4AAA-875B-C1407FCA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3637F-9D2A-4AFB-BB80-9E2FFBD3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E6F225-292F-49DE-B516-290E7C9E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98DB33-DAD9-43A8-829D-8DF7F0A9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D8118-39E0-463D-8026-1BA19A07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CB5AC7-D141-4228-9FB5-3CF6E7EB6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475249-E588-45AF-B1CE-4478D4E1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1EB1BE-81CA-4BA1-93BF-24A57889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1BB4EC-72D8-4A9F-BEE5-1A83D16CA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2122A0-C749-4D2C-A5BB-20CBEF3F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2D8759-E249-43E0-9B4E-F00DA7E4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先看 dataset card：spots、genes、spatial coordinates、expression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06734A-AF6A-4D25-9768-B25D49EB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6EB5A2-B3B1-4B7C-8F6D-9E1F3025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121779-0966-4D5F-8B55-F728FD10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生成并批准计划：QC -&gt; preprocess -&gt; UMAP/Leiden -&gt; plots -&gt;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380993-D88A-4E81-958D-E0657FEA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416B2D-C121-4682-A8F1-B1E4A883F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Explore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8A970E-4610-4B2F-8DFC-D480BC58A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 看组织位置；UMAP 看表达结构；Copilot 必须引用 evidence IDs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FCCAA1-A8A7-4C00-A712-8CDBCE7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F436FD-AD38-43E1-9DD4-F87FF202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18E8C2-336C-4E28-AD3F-2D2EB53D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读 3-5 条 findings：每条都要有 evidence 和 caveat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997A77-4AE8-4741-84BF-0A2731BC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网站演示只抓主线：数据是否被理解，流程是否可追踪，解释是否回到证据。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364D0E-8D8C-4879-9F7C-9AE16792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0F92890-455A-481D-A924-EAF5C9E2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20D406-D3CB-4FB7-8C8D-01BA125F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2605290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4841EE-2021-4DAD-9F70-58166213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15182C-0E4D-46DF-B416-AAE2751F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10C3F-9620-4795-BE90-72E21797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CE4D43-EF9B-43F9-ACB8-671BCBEB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3B2A1-5330-4D07-B370-A806A027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GSM9046244 ... stereo_rep2.h5ad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X_spatial -&gt; spatial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7 Leiden clusters · 0 warnings · 0 errors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5bde7883b8447c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87c94d4c24781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>
              <a:gd name="adj" fmla="val 5217"/>
            </a:avLst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69d61c22314377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>
              <a:gd name="adj" fmla="val 689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E44A93-694D-4F81-AAA7-342EC8A2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3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真实数据验证证明系统能处理真实 AnnData、真实坐标字段和更复杂的表达层状态。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6A40D2-7177-4F63-A040-1C64B27F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FFC5C3-8DEF-4F86-959C-7BBB58B6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E04215-5674-4EB6-9AAF-A76A4DF2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604880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48ADDA-5FA8-4A46-BD42-9D66E5EB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CD628-0BC0-4BEF-AAAE-F2370A20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0A119-954C-4715-98C1-F1867439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F4DBED-4337-44DE-B54C-AD930273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54433-1093-44ED-8C18-C0E13E4D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A88AB0-D092-4D8E-B407-424DD7E6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C3BBD-003A-44C0-8A4A-3DD596A3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12075B-2207-458F-9FF7-13AF36487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D19F5-119F-42BF-8051-92464847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47BBA-6147-4B3D-824C-FDB5DA41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FE41A-B0B9-42BA-83C5-E951F0C8A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E4F65D-7AB3-403E-9139-E01B68EF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04D329-334B-446B-B64E-B7F85F47D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2F8D91-2C9C-4D05-A0C2-881AE19BF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6A50DC-E057-4672-BC32-D9A29260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C92A1-4FE6-4D2D-A3A1-0F20DADF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D8CB7-CB11-4B2D-BCF4-3775888B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65E73B-EA2C-44F1-AC89-D8E26556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36C039-CBFE-4ACF-B67F-360178C3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25BC5A-210D-473C-8902-495654A2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E937ED-6C21-4D8E-B282-BF66BD53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2180357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a325e27fc4268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611E8E-E184-47E8-8295-5D7D3D5B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B5DBCF-3456-4AA9-81D6-E75680AC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960E7-F626-4865-ACFE-D3A8817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8203ED-7A28-4D4A-BBBF-E0D52AD4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E7596-E502-4431-AEDF-94002E79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A36293-CFDD-4FEC-AA9D-63D35F49E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8A2C78-4ECD-4D35-A84D-CC3601C64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D8CC75-17A5-4333-B715-F44FCF2B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13D2A1-4538-4B2C-8924-E2984649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0736AC-C611-42F1-8BB5-985123D9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B5350-DC52-4AB3-9563-F6033ACC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0321AB-7B72-40B9-8E90-E1D213C0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43B681-C890-4AFC-B5E1-503CE573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29565-EBB3-448B-B16D-92B09C8D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966020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2026-06-26T08:19:58.8250000Z</dcterms:created>
  <dcterms:modified xsi:type="dcterms:W3CDTF">2026-06-26T08:19:58.8250000Z</dcterms:modified>
</coreProperties>
</file>